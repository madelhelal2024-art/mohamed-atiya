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369f94771e4def" /><Relationship Type="http://schemas.openxmlformats.org/officeDocument/2006/relationships/extended-properties" Target="/docProps/app.xml" Id="R19b36bca4cdc4788" /><Relationship Type="http://schemas.openxmlformats.org/officeDocument/2006/relationships/officeDocument" Target="/ppt/presentation.xml" Id="R679ba97efb8c46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05196f12d54379"/>
  </p:sldMasterIdLst>
  <p:notesMasterIdLst>
    <p:notesMasterId xmlns:r="http://schemas.openxmlformats.org/officeDocument/2006/relationships" r:id="Rf43c58ef4b4748d3"/>
  </p:notesMasterIdLst>
  <p:sldIdLst>
    <p:sldId xmlns:r="http://schemas.openxmlformats.org/officeDocument/2006/relationships" id="256" r:id="R2aeaad79e75f4457"/>
    <p:sldId xmlns:r="http://schemas.openxmlformats.org/officeDocument/2006/relationships" id="257" r:id="R7ac9068398d04423"/>
    <p:sldId xmlns:r="http://schemas.openxmlformats.org/officeDocument/2006/relationships" id="258" r:id="Rd8fd2eb9ac84426d"/>
    <p:sldId xmlns:r="http://schemas.openxmlformats.org/officeDocument/2006/relationships" id="259" r:id="Ra76c6ef49c804a6e"/>
    <p:sldId xmlns:r="http://schemas.openxmlformats.org/officeDocument/2006/relationships" id="260" r:id="Rd4897bd93e2a418f"/>
    <p:sldId xmlns:r="http://schemas.openxmlformats.org/officeDocument/2006/relationships" id="261" r:id="R48e396efcbd64638"/>
    <p:sldId xmlns:r="http://schemas.openxmlformats.org/officeDocument/2006/relationships" id="262" r:id="R4a0e292a01c64561"/>
    <p:sldId xmlns:r="http://schemas.openxmlformats.org/officeDocument/2006/relationships" id="263" r:id="Rb1d72e2924d84f12"/>
    <p:sldId xmlns:r="http://schemas.openxmlformats.org/officeDocument/2006/relationships" id="264" r:id="R4b02eba4d4f84e40"/>
    <p:sldId xmlns:r="http://schemas.openxmlformats.org/officeDocument/2006/relationships" id="265" r:id="R8ca6f1e7057a44f9"/>
    <p:sldId xmlns:r="http://schemas.openxmlformats.org/officeDocument/2006/relationships" id="266" r:id="R34dcde8ff9b24291"/>
    <p:sldId xmlns:r="http://schemas.openxmlformats.org/officeDocument/2006/relationships" id="267" r:id="Rd1cb3e81407e4050"/>
    <p:sldId xmlns:r="http://schemas.openxmlformats.org/officeDocument/2006/relationships" id="268" r:id="R5d4db5fa670b43a9"/>
    <p:sldId xmlns:r="http://schemas.openxmlformats.org/officeDocument/2006/relationships" id="269" r:id="R280ed3204d6e473e"/>
    <p:sldId xmlns:r="http://schemas.openxmlformats.org/officeDocument/2006/relationships" id="270" r:id="R0be75605b7b4406c"/>
    <p:sldId xmlns:r="http://schemas.openxmlformats.org/officeDocument/2006/relationships" id="271" r:id="Rdc58ee5897d24319"/>
    <p:sldId xmlns:r="http://schemas.openxmlformats.org/officeDocument/2006/relationships" id="272" r:id="R9060c3cc98f74599"/>
    <p:sldId xmlns:r="http://schemas.openxmlformats.org/officeDocument/2006/relationships" id="273" r:id="R575939bc6afd42f9"/>
    <p:sldId xmlns:r="http://schemas.openxmlformats.org/officeDocument/2006/relationships" id="274" r:id="R4dd65ee78e584559"/>
    <p:sldId xmlns:r="http://schemas.openxmlformats.org/officeDocument/2006/relationships" id="275" r:id="Reb2cc584c31340a8"/>
    <p:sldId xmlns:r="http://schemas.openxmlformats.org/officeDocument/2006/relationships" id="276" r:id="Rb8feb40875fe4f88"/>
    <p:sldId xmlns:r="http://schemas.openxmlformats.org/officeDocument/2006/relationships" id="277" r:id="R5d4082338d3747ec"/>
    <p:sldId xmlns:r="http://schemas.openxmlformats.org/officeDocument/2006/relationships" id="278" r:id="R7c80da7717474bbf"/>
    <p:sldId xmlns:r="http://schemas.openxmlformats.org/officeDocument/2006/relationships" id="279" r:id="R7608c6e136684d54"/>
    <p:sldId xmlns:r="http://schemas.openxmlformats.org/officeDocument/2006/relationships" id="280" r:id="R7a509876d83b4e96"/>
    <p:sldId xmlns:r="http://schemas.openxmlformats.org/officeDocument/2006/relationships" id="281" r:id="R7fb9ee3852aa4ff1"/>
    <p:sldId xmlns:r="http://schemas.openxmlformats.org/officeDocument/2006/relationships" id="282" r:id="R1cc3f2d203c54bb0"/>
    <p:sldId xmlns:r="http://schemas.openxmlformats.org/officeDocument/2006/relationships" id="283" r:id="R586ada3d0fc64f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5771c685f646a1" /><Relationship Type="http://schemas.openxmlformats.org/officeDocument/2006/relationships/slideMaster" Target="/ppt/slideMasters/slideMaster1.xml" Id="R0e05196f12d54379" /><Relationship Type="http://schemas.openxmlformats.org/officeDocument/2006/relationships/notesMaster" Target="/ppt/notesMasters/notesMaster1.xml" Id="Rf43c58ef4b4748d3" /><Relationship Type="http://schemas.openxmlformats.org/officeDocument/2006/relationships/presProps" Target="/ppt/presProps.xml" Id="Rd7340137ed014728" /><Relationship Type="http://schemas.openxmlformats.org/officeDocument/2006/relationships/tableStyles" Target="/ppt/tableStyles.xml" Id="R14e6e9f6e4ea4d86" /><Relationship Type="http://schemas.openxmlformats.org/officeDocument/2006/relationships/slide" Target="/ppt/slides/slide1.xml" Id="R2aeaad79e75f4457" /><Relationship Type="http://schemas.openxmlformats.org/officeDocument/2006/relationships/slide" Target="/ppt/slides/slide2.xml" Id="R7ac9068398d04423" /><Relationship Type="http://schemas.openxmlformats.org/officeDocument/2006/relationships/slide" Target="/ppt/slides/slide3.xml" Id="Rd8fd2eb9ac84426d" /><Relationship Type="http://schemas.openxmlformats.org/officeDocument/2006/relationships/slide" Target="/ppt/slides/slide4.xml" Id="Ra76c6ef49c804a6e" /><Relationship Type="http://schemas.openxmlformats.org/officeDocument/2006/relationships/slide" Target="/ppt/slides/slide5.xml" Id="Rd4897bd93e2a418f" /><Relationship Type="http://schemas.openxmlformats.org/officeDocument/2006/relationships/slide" Target="/ppt/slides/slide6.xml" Id="R48e396efcbd64638" /><Relationship Type="http://schemas.openxmlformats.org/officeDocument/2006/relationships/slide" Target="/ppt/slides/slide7.xml" Id="R4a0e292a01c64561" /><Relationship Type="http://schemas.openxmlformats.org/officeDocument/2006/relationships/slide" Target="/ppt/slides/slide8.xml" Id="Rb1d72e2924d84f12" /><Relationship Type="http://schemas.openxmlformats.org/officeDocument/2006/relationships/slide" Target="/ppt/slides/slide9.xml" Id="R4b02eba4d4f84e40" /><Relationship Type="http://schemas.openxmlformats.org/officeDocument/2006/relationships/slide" Target="/ppt/slides/slide10.xml" Id="R8ca6f1e7057a44f9" /><Relationship Type="http://schemas.openxmlformats.org/officeDocument/2006/relationships/slide" Target="/ppt/slides/slide11.xml" Id="R34dcde8ff9b24291" /><Relationship Type="http://schemas.openxmlformats.org/officeDocument/2006/relationships/slide" Target="/ppt/slides/slide12.xml" Id="Rd1cb3e81407e4050" /><Relationship Type="http://schemas.openxmlformats.org/officeDocument/2006/relationships/slide" Target="/ppt/slides/slide13.xml" Id="R5d4db5fa670b43a9" /><Relationship Type="http://schemas.openxmlformats.org/officeDocument/2006/relationships/slide" Target="/ppt/slides/slide14.xml" Id="R280ed3204d6e473e" /><Relationship Type="http://schemas.openxmlformats.org/officeDocument/2006/relationships/slide" Target="/ppt/slides/slide15.xml" Id="R0be75605b7b4406c" /><Relationship Type="http://schemas.openxmlformats.org/officeDocument/2006/relationships/slide" Target="/ppt/slides/slide16.xml" Id="Rdc58ee5897d24319" /><Relationship Type="http://schemas.openxmlformats.org/officeDocument/2006/relationships/slide" Target="/ppt/slides/slide17.xml" Id="R9060c3cc98f74599" /><Relationship Type="http://schemas.openxmlformats.org/officeDocument/2006/relationships/slide" Target="/ppt/slides/slide18.xml" Id="R575939bc6afd42f9" /><Relationship Type="http://schemas.openxmlformats.org/officeDocument/2006/relationships/slide" Target="/ppt/slides/slide19.xml" Id="R4dd65ee78e584559" /><Relationship Type="http://schemas.openxmlformats.org/officeDocument/2006/relationships/slide" Target="/ppt/slides/slide20.xml" Id="Reb2cc584c31340a8" /><Relationship Type="http://schemas.openxmlformats.org/officeDocument/2006/relationships/slide" Target="/ppt/slides/slide21.xml" Id="Rb8feb40875fe4f88" /><Relationship Type="http://schemas.openxmlformats.org/officeDocument/2006/relationships/slide" Target="/ppt/slides/slide22.xml" Id="R5d4082338d3747ec" /><Relationship Type="http://schemas.openxmlformats.org/officeDocument/2006/relationships/slide" Target="/ppt/slides/slide23.xml" Id="R7c80da7717474bbf" /><Relationship Type="http://schemas.openxmlformats.org/officeDocument/2006/relationships/slide" Target="/ppt/slides/slide24.xml" Id="R7608c6e136684d54" /><Relationship Type="http://schemas.openxmlformats.org/officeDocument/2006/relationships/slide" Target="/ppt/slides/slide25.xml" Id="R7a509876d83b4e96" /><Relationship Type="http://schemas.openxmlformats.org/officeDocument/2006/relationships/slide" Target="/ppt/slides/slide26.xml" Id="R7fb9ee3852aa4ff1" /><Relationship Type="http://schemas.openxmlformats.org/officeDocument/2006/relationships/slide" Target="/ppt/slides/slide27.xml" Id="R1cc3f2d203c54bb0" /><Relationship Type="http://schemas.openxmlformats.org/officeDocument/2006/relationships/slide" Target="/ppt/slides/slide28.xml" Id="R586ada3d0fc64f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38e5f2a3944d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e44299612b4fa0" /><Relationship Type="http://schemas.openxmlformats.org/officeDocument/2006/relationships/notesMaster" Target="/ppt/notesMasters/notesMaster1.xml" Id="Rccde39debf8f45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d44bd9c4db43cf" /><Relationship Type="http://schemas.openxmlformats.org/officeDocument/2006/relationships/notesMaster" Target="/ppt/notesMasters/notesMaster1.xml" Id="R263364920bec4d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27385bd9ea4a61" /><Relationship Type="http://schemas.openxmlformats.org/officeDocument/2006/relationships/notesMaster" Target="/ppt/notesMasters/notesMaster1.xml" Id="R844c3e753d474f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c76e134dfc46bc" /><Relationship Type="http://schemas.openxmlformats.org/officeDocument/2006/relationships/notesMaster" Target="/ppt/notesMasters/notesMaster1.xml" Id="R739980306e234d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df4a77182f4e7d" /><Relationship Type="http://schemas.openxmlformats.org/officeDocument/2006/relationships/notesMaster" Target="/ppt/notesMasters/notesMaster1.xml" Id="R056ae4224d71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2b82abee8b4a0c" /><Relationship Type="http://schemas.openxmlformats.org/officeDocument/2006/relationships/notesMaster" Target="/ppt/notesMasters/notesMaster1.xml" Id="R5fc12e5e9312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88fba4d3ea480e" /><Relationship Type="http://schemas.openxmlformats.org/officeDocument/2006/relationships/notesMaster" Target="/ppt/notesMasters/notesMaster1.xml" Id="R86a458aa4ae3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ab05c68ee1475e" /><Relationship Type="http://schemas.openxmlformats.org/officeDocument/2006/relationships/notesMaster" Target="/ppt/notesMasters/notesMaster1.xml" Id="R818af5bb296f44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6dbd8f269840af" /><Relationship Type="http://schemas.openxmlformats.org/officeDocument/2006/relationships/notesMaster" Target="/ppt/notesMasters/notesMaster1.xml" Id="R08ab684482c74c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0f250bd3ec4f89" /><Relationship Type="http://schemas.openxmlformats.org/officeDocument/2006/relationships/notesMaster" Target="/ppt/notesMasters/notesMaster1.xml" Id="Rbace7ad4a5d046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328c4cb5314d23" /><Relationship Type="http://schemas.openxmlformats.org/officeDocument/2006/relationships/notesMaster" Target="/ppt/notesMasters/notesMaster1.xml" Id="R8ed5b0d1278c4e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755f16dc53454d" /><Relationship Type="http://schemas.openxmlformats.org/officeDocument/2006/relationships/notesMaster" Target="/ppt/notesMasters/notesMaster1.xml" Id="R8599d9ad8b6e44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c29c9c72df490d" /><Relationship Type="http://schemas.openxmlformats.org/officeDocument/2006/relationships/notesMaster" Target="/ppt/notesMasters/notesMaster1.xml" Id="R146a7e431d5c44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8e23159b444194" /><Relationship Type="http://schemas.openxmlformats.org/officeDocument/2006/relationships/notesMaster" Target="/ppt/notesMasters/notesMaster1.xml" Id="R980a6de1e8364e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9221f842e1415e" /><Relationship Type="http://schemas.openxmlformats.org/officeDocument/2006/relationships/notesMaster" Target="/ppt/notesMasters/notesMaster1.xml" Id="R7ab0b0c4bdaa47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48f1fe8092403a" /><Relationship Type="http://schemas.openxmlformats.org/officeDocument/2006/relationships/notesMaster" Target="/ppt/notesMasters/notesMaster1.xml" Id="R2347bf882b1d41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84da8834c44537" /><Relationship Type="http://schemas.openxmlformats.org/officeDocument/2006/relationships/notesMaster" Target="/ppt/notesMasters/notesMaster1.xml" Id="Rf2861a79017042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f4fb336b0740ff" /><Relationship Type="http://schemas.openxmlformats.org/officeDocument/2006/relationships/notesMaster" Target="/ppt/notesMasters/notesMaster1.xml" Id="R28d823f183a949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8b0a6d9d0f4501" /><Relationship Type="http://schemas.openxmlformats.org/officeDocument/2006/relationships/notesMaster" Target="/ppt/notesMasters/notesMaster1.xml" Id="Ra8232cc7115645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943dee91ac4b58" /><Relationship Type="http://schemas.openxmlformats.org/officeDocument/2006/relationships/notesMaster" Target="/ppt/notesMasters/notesMaster1.xml" Id="R82e00d65b4b44e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3925cc0fdc402f" /><Relationship Type="http://schemas.openxmlformats.org/officeDocument/2006/relationships/notesMaster" Target="/ppt/notesMasters/notesMaster1.xml" Id="Rde395ff4dfd649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1b6d9f1cf74e58" /><Relationship Type="http://schemas.openxmlformats.org/officeDocument/2006/relationships/notesMaster" Target="/ppt/notesMasters/notesMaster1.xml" Id="R469afaa373074e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bd8c2bf8264fc1" /><Relationship Type="http://schemas.openxmlformats.org/officeDocument/2006/relationships/notesMaster" Target="/ppt/notesMasters/notesMaster1.xml" Id="R79cc6df6eeb0482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452b68a7fd44e4" /><Relationship Type="http://schemas.openxmlformats.org/officeDocument/2006/relationships/notesMaster" Target="/ppt/notesMasters/notesMaster1.xml" Id="Rc6335775419d406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7cbc5a19ec46c9" /><Relationship Type="http://schemas.openxmlformats.org/officeDocument/2006/relationships/notesMaster" Target="/ppt/notesMasters/notesMaster1.xml" Id="Rbd0bfbed4ffc4cc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cbe9c88719b44f8" /><Relationship Type="http://schemas.openxmlformats.org/officeDocument/2006/relationships/notesMaster" Target="/ppt/notesMasters/notesMaster1.xml" Id="R638e027c3ce4475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b5d74810804b48" /><Relationship Type="http://schemas.openxmlformats.org/officeDocument/2006/relationships/notesMaster" Target="/ppt/notesMasters/notesMaster1.xml" Id="R71a801fe737344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e735d35007423f" /><Relationship Type="http://schemas.openxmlformats.org/officeDocument/2006/relationships/notesMaster" Target="/ppt/notesMasters/notesMaster1.xml" Id="Rc14551ab589b4e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المصدر: عنوان الدرس «كنز لا يُقدَّر بثمن»، كتاب الوزارة المرفق، ص ٩–١١.</a:t>
            </a:r>
          </a:p>
          <a:p xmlns:a="http://schemas.openxmlformats.org/drawingml/2006/main">
            <a:r>
              <a:t>افتح النقاش حول ميزان الوقت والمال دون الكشف عن فكرة الرقم بعد.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٩.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١٠.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١٠.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١٠.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١٠.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١٣.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١١.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١١.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١١.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١١.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١١.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١١.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١١.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١٢.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١٢.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١٣.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  <a:p xmlns:a="http://schemas.openxmlformats.org/drawingml/2006/main">
            <a:br/>
            <a:r>
              <a:t>هذا سؤال تطبيقي إضافي مستوحى من مضمون الدرس، وليس نصًا من كتاب الوزارة.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١٤.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بثمن»، ص ١٤.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المصدر الأساسي: كتاب الوزارة المرفق، درس «كنز لا يُقدَّر بثمن».</a:t>
            </a:r>
          </a:p>
          <a:p xmlns:a="http://schemas.openxmlformats.org/drawingml/2006/main">
            <a:r>
              <a:t>إرشاد للمعلم: توقّف عند السؤال التفاعلي، ثم استمع إلى إجابات الطلاب قبل الانتقال.</a:t>
            </a:r>
          </a:p>
          <a:p xmlns:a="http://schemas.openxmlformats.org/drawingml/2006/main">
            <a:br/>
            <a:r>
              <a:t>أسئلة ختامية مُولّدة ومبنية على محتوى الدرس؛ ليست من أسئلة كتاب الوزارة بنصّها.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0218895c94e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eea79617743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74232f7b34a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8b85d65bc4f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2dc6f58744f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23515e70c42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1A8A40-31F9-4761-9C8A-92E35087F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635CD2-997D-48BE-8702-E1BA5AC21D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B5CE7D-50D6-4637-B81E-A4A987290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52E84D-4A57-45A1-868D-B4D32DD85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839A57-216E-4E81-820B-DC8DB5A43F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8D9EC5-F020-4623-BE04-CE49911BB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32FF8A-2419-4864-BDB6-8C4C505BA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BCEB44-A7A3-4681-9299-3BF17569F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DBDF23-5088-408B-9D3B-9BE6CE57D1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FD087C-8E03-4FB1-9539-0FD7461963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513dae842146b9" /><Relationship Type="http://schemas.openxmlformats.org/officeDocument/2006/relationships/slideLayout" Target="/ppt/slideLayouts/slideLayout1.xml" Id="R4db144145da04a6c" /><Relationship Type="http://schemas.openxmlformats.org/officeDocument/2006/relationships/slideLayout" Target="/ppt/slideLayouts/slideLayout2.xml" Id="Rfc655dd64dc3449b" /><Relationship Type="http://schemas.openxmlformats.org/officeDocument/2006/relationships/slideLayout" Target="/ppt/slideLayouts/slideLayout3.xml" Id="Rff7c07e341d84c55" /><Relationship Type="http://schemas.openxmlformats.org/officeDocument/2006/relationships/slideLayout" Target="/ppt/slideLayouts/slideLayout4.xml" Id="R8fb7eb0e9abe40a4" /><Relationship Type="http://schemas.openxmlformats.org/officeDocument/2006/relationships/slideLayout" Target="/ppt/slideLayouts/slideLayout5.xml" Id="R351e370f858749fa" /><Relationship Type="http://schemas.openxmlformats.org/officeDocument/2006/relationships/slideLayout" Target="/ppt/slideLayouts/slideLayout6.xml" Id="R76a75e1140da46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b144145da04a6c"/>
    <p:sldLayoutId xmlns:r="http://schemas.openxmlformats.org/officeDocument/2006/relationships" id="2147483650" r:id="Rfc655dd64dc3449b"/>
    <p:sldLayoutId xmlns:r="http://schemas.openxmlformats.org/officeDocument/2006/relationships" id="2147483651" r:id="Rff7c07e341d84c55"/>
    <p:sldLayoutId xmlns:r="http://schemas.openxmlformats.org/officeDocument/2006/relationships" id="2147483652" r:id="R8fb7eb0e9abe40a4"/>
    <p:sldLayoutId xmlns:r="http://schemas.openxmlformats.org/officeDocument/2006/relationships" id="2147483653" r:id="R351e370f858749fa"/>
    <p:sldLayoutId xmlns:r="http://schemas.openxmlformats.org/officeDocument/2006/relationships" id="2147483654" r:id="R76a75e1140da46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3ac9b3eab4a6c" /><Relationship Type="http://schemas.openxmlformats.org/officeDocument/2006/relationships/image" Target="/ppt/media/image.png" Id="R9bff1f89afc34bf2" /><Relationship Type="http://schemas.openxmlformats.org/officeDocument/2006/relationships/notesSlide" Target="/ppt/notesSlides/notesSlide1.xml" Id="Rcae31a50c1174b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9bbb7a2d04830" /><Relationship Type="http://schemas.openxmlformats.org/officeDocument/2006/relationships/notesSlide" Target="/ppt/notesSlides/notesSlide2.xml" Id="Ra800a2d61f2e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6798379b34a60" /><Relationship Type="http://schemas.openxmlformats.org/officeDocument/2006/relationships/notesSlide" Target="/ppt/notesSlides/notesSlide3.xml" Id="Rd1be65a4219c4d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85e8c173141f3" /><Relationship Type="http://schemas.openxmlformats.org/officeDocument/2006/relationships/notesSlide" Target="/ppt/notesSlides/notesSlide4.xml" Id="R338426ad13224f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c96fa9cc8475d" /><Relationship Type="http://schemas.openxmlformats.org/officeDocument/2006/relationships/notesSlide" Target="/ppt/notesSlides/notesSlide5.xml" Id="R401f2efaa3fd4d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679341d23409c" /><Relationship Type="http://schemas.openxmlformats.org/officeDocument/2006/relationships/notesSlide" Target="/ppt/notesSlides/notesSlide6.xml" Id="R805ea6a8cdcb45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687a72a664e4f" /><Relationship Type="http://schemas.openxmlformats.org/officeDocument/2006/relationships/notesSlide" Target="/ppt/notesSlides/notesSlide7.xml" Id="R8b51eead4fb74c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6cce41c6d4b61" /><Relationship Type="http://schemas.openxmlformats.org/officeDocument/2006/relationships/notesSlide" Target="/ppt/notesSlides/notesSlide8.xml" Id="R83512edaac5744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a9026ee4b41eb" /><Relationship Type="http://schemas.openxmlformats.org/officeDocument/2006/relationships/notesSlide" Target="/ppt/notesSlides/notesSlide9.xml" Id="Ra09d6cc0d4f046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3a92d90f84cdc" /><Relationship Type="http://schemas.openxmlformats.org/officeDocument/2006/relationships/notesSlide" Target="/ppt/notesSlides/notesSlide10.xml" Id="R7890075d0e5b43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febbe45914981" /><Relationship Type="http://schemas.openxmlformats.org/officeDocument/2006/relationships/notesSlide" Target="/ppt/notesSlides/notesSlide11.xml" Id="Rbe531e40255c41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e786ace374c72" /><Relationship Type="http://schemas.openxmlformats.org/officeDocument/2006/relationships/notesSlide" Target="/ppt/notesSlides/notesSlide12.xml" Id="Rcb2da7e1c7364a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dc7ba220a4599" /><Relationship Type="http://schemas.openxmlformats.org/officeDocument/2006/relationships/notesSlide" Target="/ppt/notesSlides/notesSlide13.xml" Id="R042fa3ef797c4f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7c2cc1cb34064" /><Relationship Type="http://schemas.openxmlformats.org/officeDocument/2006/relationships/notesSlide" Target="/ppt/notesSlides/notesSlide14.xml" Id="R044fc642e6884f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52689850c4f5e" /><Relationship Type="http://schemas.openxmlformats.org/officeDocument/2006/relationships/image" Target="/ppt/media/image2.png" Id="Raab7778514ba4900" /><Relationship Type="http://schemas.openxmlformats.org/officeDocument/2006/relationships/notesSlide" Target="/ppt/notesSlides/notesSlide15.xml" Id="R8e769e26273943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50accf5e6f447a" /><Relationship Type="http://schemas.openxmlformats.org/officeDocument/2006/relationships/notesSlide" Target="/ppt/notesSlides/notesSlide16.xml" Id="Rcd38b2f0c4184b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efa10184548ba" /><Relationship Type="http://schemas.openxmlformats.org/officeDocument/2006/relationships/notesSlide" Target="/ppt/notesSlides/notesSlide17.xml" Id="Rf4449cea239745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a74efeddd4a58" /><Relationship Type="http://schemas.openxmlformats.org/officeDocument/2006/relationships/notesSlide" Target="/ppt/notesSlides/notesSlide18.xml" Id="R54b23018e79546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d175195824c23" /><Relationship Type="http://schemas.openxmlformats.org/officeDocument/2006/relationships/image" Target="/ppt/media/image3.png" Id="Rff00e4d8416549d8" /><Relationship Type="http://schemas.openxmlformats.org/officeDocument/2006/relationships/notesSlide" Target="/ppt/notesSlides/notesSlide19.xml" Id="Rba73e9b311514d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f54ff5d7d4945" /><Relationship Type="http://schemas.openxmlformats.org/officeDocument/2006/relationships/notesSlide" Target="/ppt/notesSlides/notesSlide20.xml" Id="R48e7476304fd46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5079aac084acf" /><Relationship Type="http://schemas.openxmlformats.org/officeDocument/2006/relationships/notesSlide" Target="/ppt/notesSlides/notesSlide21.xml" Id="R888e53a8d22746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c2a4f16d94f48" /><Relationship Type="http://schemas.openxmlformats.org/officeDocument/2006/relationships/notesSlide" Target="/ppt/notesSlides/notesSlide22.xml" Id="R38b4ad9d5fa34d7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55ae968d247fd" /><Relationship Type="http://schemas.openxmlformats.org/officeDocument/2006/relationships/notesSlide" Target="/ppt/notesSlides/notesSlide23.xml" Id="R62a35b3297c44a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124bdafbe457b" /><Relationship Type="http://schemas.openxmlformats.org/officeDocument/2006/relationships/notesSlide" Target="/ppt/notesSlides/notesSlide24.xml" Id="R656f756c88be4a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e1a82404f4ed5" /><Relationship Type="http://schemas.openxmlformats.org/officeDocument/2006/relationships/notesSlide" Target="/ppt/notesSlides/notesSlide25.xml" Id="Rd59aa1fdf75a42e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073b77904047e1" /><Relationship Type="http://schemas.openxmlformats.org/officeDocument/2006/relationships/notesSlide" Target="/ppt/notesSlides/notesSlide26.xml" Id="R9b8fbebeec0f48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f68136eea4229" /><Relationship Type="http://schemas.openxmlformats.org/officeDocument/2006/relationships/notesSlide" Target="/ppt/notesSlides/notesSlide27.xml" Id="R2cddc93467c74b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fabbfbb6e4b38" /><Relationship Type="http://schemas.openxmlformats.org/officeDocument/2006/relationships/notesSlide" Target="/ppt/notesSlides/notesSlide28.xml" Id="R442bcbe927ed44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780FD-2C28-425F-81C0-EFEDA6BB26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f1f89afc34b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lement-0">
            <a:extLst xmlns:a="http://schemas.openxmlformats.org/drawingml/2006/main">
              <a:ext uri="{FF2B5EF4-FFF2-40B4-BE49-F238E27FC236}">
                <a16:creationId xmlns:a16="http://schemas.microsoft.com/office/drawing/2014/main" id="{3FEB3181-9CB3-424A-A689-37A7803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066800"/>
            <a:ext cx="3790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</a:t>
            </a:r>
          </a:p>
        </p:txBody>
      </p:sp>
      <p:sp>
        <p:nvSpPr>
          <p:cNvPr id="3" name="element-1">
            <a:extLst xmlns:a="http://schemas.openxmlformats.org/drawingml/2006/main">
              <a:ext uri="{FF2B5EF4-FFF2-40B4-BE49-F238E27FC236}">
                <a16:creationId xmlns:a16="http://schemas.microsoft.com/office/drawing/2014/main" id="{70434125-ED2A-47A1-98C8-95FCDFF4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14525"/>
            <a:ext cx="4191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كَنْزٌ لَا يُقَدَّرُ</a:t>
            </a:r>
          </a:p>
          <a:p xmlns:a="http://schemas.openxmlformats.org/drawingml/2006/main">
            <a:pPr rtl="1" algn="r">
              <a:lnSpc>
                <a:spcPct val="110000"/>
              </a:lnSpc>
              <a:buNone/>
              <a:def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4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بِثَمَنٍ</a:t>
            </a:r>
          </a:p>
        </p:txBody>
      </p:sp>
      <p:sp>
        <p:nvSpPr>
          <p:cNvPr id="4" name="element-2">
            <a:extLst xmlns:a="http://schemas.openxmlformats.org/drawingml/2006/main">
              <a:ext uri="{FF2B5EF4-FFF2-40B4-BE49-F238E27FC236}">
                <a16:creationId xmlns:a16="http://schemas.microsoft.com/office/drawing/2014/main" id="{539C0C4A-62E0-473B-AADC-8B9E484A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38600"/>
            <a:ext cx="16573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lement-3">
            <a:extLst xmlns:a="http://schemas.openxmlformats.org/drawingml/2006/main">
              <a:ext uri="{FF2B5EF4-FFF2-40B4-BE49-F238E27FC236}">
                <a16:creationId xmlns:a16="http://schemas.microsoft.com/office/drawing/2014/main" id="{90CC0181-A344-4368-BDB2-9CEA7646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5300"/>
            <a:ext cx="4095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هل يمكن أن يكون الوقت أغلى من المال؟</a:t>
            </a:r>
          </a:p>
        </p:txBody>
      </p:sp>
      <p:sp>
        <p:nvSpPr>
          <p:cNvPr id="6" name="element-4">
            <a:extLst xmlns:a="http://schemas.openxmlformats.org/drawingml/2006/main">
              <a:ext uri="{FF2B5EF4-FFF2-40B4-BE49-F238E27FC236}">
                <a16:creationId xmlns:a16="http://schemas.microsoft.com/office/drawing/2014/main" id="{9EF29141-CC78-4E74-803F-AC2BF386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591175"/>
            <a:ext cx="400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رحلة في قيمة الوقت وحسن استثماره</a:t>
            </a:r>
          </a:p>
        </p:txBody>
      </p:sp>
    </p:spTree>
    <p:extLst>
      <p:ext uri="{BB962C8B-B14F-4D97-AF65-F5344CB8AC3E}">
        <p14:creationId xmlns:p14="http://schemas.microsoft.com/office/powerpoint/2010/main" val="1881034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5">
            <a:extLst xmlns:a="http://schemas.openxmlformats.org/drawingml/2006/main">
              <a:ext uri="{FF2B5EF4-FFF2-40B4-BE49-F238E27FC236}">
                <a16:creationId xmlns:a16="http://schemas.microsoft.com/office/drawing/2014/main" id="{E8331856-2953-4DB8-B242-7D225F9D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6">
            <a:extLst xmlns:a="http://schemas.openxmlformats.org/drawingml/2006/main">
              <a:ext uri="{FF2B5EF4-FFF2-40B4-BE49-F238E27FC236}">
                <a16:creationId xmlns:a16="http://schemas.microsoft.com/office/drawing/2014/main" id="{649B0C4E-3089-41A4-88B3-C1032D78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7">
            <a:extLst xmlns:a="http://schemas.openxmlformats.org/drawingml/2006/main">
              <a:ext uri="{FF2B5EF4-FFF2-40B4-BE49-F238E27FC236}">
                <a16:creationId xmlns:a16="http://schemas.microsoft.com/office/drawing/2014/main" id="{4F75C773-C067-4A7E-B0AD-EB557A0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فكّر قبل القراءة</a:t>
            </a:r>
          </a:p>
        </p:txBody>
      </p:sp>
      <p:sp>
        <p:nvSpPr>
          <p:cNvPr id="4" name="element-8">
            <a:extLst xmlns:a="http://schemas.openxmlformats.org/drawingml/2006/main">
              <a:ext uri="{FF2B5EF4-FFF2-40B4-BE49-F238E27FC236}">
                <a16:creationId xmlns:a16="http://schemas.microsoft.com/office/drawing/2014/main" id="{2936D3BA-B677-4E23-BD76-1F1BE60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8580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كتاب الوزارة ١</a:t>
            </a:r>
          </a:p>
        </p:txBody>
      </p:sp>
      <p:sp>
        <p:nvSpPr>
          <p:cNvPr id="5" name="element-9">
            <a:extLst xmlns:a="http://schemas.openxmlformats.org/drawingml/2006/main">
              <a:ext uri="{FF2B5EF4-FFF2-40B4-BE49-F238E27FC236}">
                <a16:creationId xmlns:a16="http://schemas.microsoft.com/office/drawing/2014/main" id="{77AC0A7D-085E-4C5E-A2B3-031898E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ما أغلى شيء اشتريته؟</a:t>
            </a:r>
          </a:p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وهل سمعت عن شيء أغلى منه؟</a:t>
            </a:r>
          </a:p>
        </p:txBody>
      </p:sp>
      <p:sp>
        <p:nvSpPr>
          <p:cNvPr id="6" name="element-10">
            <a:extLst xmlns:a="http://schemas.openxmlformats.org/drawingml/2006/main">
              <a:ext uri="{FF2B5EF4-FFF2-40B4-BE49-F238E27FC236}">
                <a16:creationId xmlns:a16="http://schemas.microsoft.com/office/drawing/2014/main" id="{CB50C545-80EE-438B-8232-18057120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4067175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11">
            <a:extLst xmlns:a="http://schemas.openxmlformats.org/drawingml/2006/main">
              <a:ext uri="{FF2B5EF4-FFF2-40B4-BE49-F238E27FC236}">
                <a16:creationId xmlns:a16="http://schemas.microsoft.com/office/drawing/2014/main" id="{48D4203C-573E-4887-8E0D-50CD1DA4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72025"/>
            <a:ext cx="374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rPr>
              <a:t>ناقش زميلك ثم شارك الإجابة</a:t>
            </a:r>
          </a:p>
        </p:txBody>
      </p:sp>
    </p:spTree>
    <p:extLst>
      <p:ext uri="{BB962C8B-B14F-4D97-AF65-F5344CB8AC3E}">
        <p14:creationId xmlns:p14="http://schemas.microsoft.com/office/powerpoint/2010/main" val="1742116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lement-12">
            <a:extLst xmlns:a="http://schemas.openxmlformats.org/drawingml/2006/main">
              <a:ext uri="{FF2B5EF4-FFF2-40B4-BE49-F238E27FC236}">
                <a16:creationId xmlns:a16="http://schemas.microsoft.com/office/drawing/2014/main" id="{A0E9DB75-8E2D-42B9-9379-851636F9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3">
            <a:extLst xmlns:a="http://schemas.openxmlformats.org/drawingml/2006/main">
              <a:ext uri="{FF2B5EF4-FFF2-40B4-BE49-F238E27FC236}">
                <a16:creationId xmlns:a16="http://schemas.microsoft.com/office/drawing/2014/main" id="{BF160AB9-2423-4931-B536-022B9140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14">
            <a:extLst xmlns:a="http://schemas.openxmlformats.org/drawingml/2006/main">
              <a:ext uri="{FF2B5EF4-FFF2-40B4-BE49-F238E27FC236}">
                <a16:creationId xmlns:a16="http://schemas.microsoft.com/office/drawing/2014/main" id="{9C771D2F-B892-49A3-8E2E-D61C6A54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أهداف الدرس</a:t>
            </a:r>
          </a:p>
        </p:txBody>
      </p:sp>
      <p:sp>
        <p:nvSpPr>
          <p:cNvPr id="4" name="element-15">
            <a:extLst xmlns:a="http://schemas.openxmlformats.org/drawingml/2006/main">
              <a:ext uri="{FF2B5EF4-FFF2-40B4-BE49-F238E27FC236}">
                <a16:creationId xmlns:a16="http://schemas.microsoft.com/office/drawing/2014/main" id="{063C3B4C-6CAE-4218-83F8-F2E22382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16">
            <a:extLst xmlns:a="http://schemas.openxmlformats.org/drawingml/2006/main">
              <a:ext uri="{FF2B5EF4-FFF2-40B4-BE49-F238E27FC236}">
                <a16:creationId xmlns:a16="http://schemas.microsoft.com/office/drawing/2014/main" id="{9F6BAD92-0770-47E7-834E-4A0CD38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رحلتنا اليوم</a:t>
            </a:r>
          </a:p>
        </p:txBody>
      </p:sp>
      <p:sp>
        <p:nvSpPr>
          <p:cNvPr id="6" name="element-17">
            <a:extLst xmlns:a="http://schemas.openxmlformats.org/drawingml/2006/main">
              <a:ext uri="{FF2B5EF4-FFF2-40B4-BE49-F238E27FC236}">
                <a16:creationId xmlns:a16="http://schemas.microsoft.com/office/drawing/2014/main" id="{D168B116-6AC0-4516-80E1-2252DDEB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في نهاية الدرس أستطيع أن...</a:t>
            </a:r>
          </a:p>
        </p:txBody>
      </p:sp>
      <p:sp>
        <p:nvSpPr>
          <p:cNvPr id="7" name="element-18">
            <a:extLst xmlns:a="http://schemas.openxmlformats.org/drawingml/2006/main">
              <a:ext uri="{FF2B5EF4-FFF2-40B4-BE49-F238E27FC236}">
                <a16:creationId xmlns:a16="http://schemas.microsoft.com/office/drawing/2014/main" id="{F593BA57-BC7C-4CCE-8AF6-F7296B85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19">
            <a:extLst xmlns:a="http://schemas.openxmlformats.org/drawingml/2006/main">
              <a:ext uri="{FF2B5EF4-FFF2-40B4-BE49-F238E27FC236}">
                <a16:creationId xmlns:a16="http://schemas.microsoft.com/office/drawing/2014/main" id="{C8C9F3EA-AF0C-4802-883B-4C71B4D4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57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20">
            <a:extLst xmlns:a="http://schemas.openxmlformats.org/drawingml/2006/main">
              <a:ext uri="{FF2B5EF4-FFF2-40B4-BE49-F238E27FC236}">
                <a16:creationId xmlns:a16="http://schemas.microsoft.com/office/drawing/2014/main" id="{14BB2FC3-7A9C-4C21-A599-FA24553A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705100"/>
            <a:ext cx="428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١</a:t>
            </a:r>
          </a:p>
        </p:txBody>
      </p:sp>
      <p:sp>
        <p:nvSpPr>
          <p:cNvPr id="10" name="element-21">
            <a:extLst xmlns:a="http://schemas.openxmlformats.org/drawingml/2006/main">
              <a:ext uri="{FF2B5EF4-FFF2-40B4-BE49-F238E27FC236}">
                <a16:creationId xmlns:a16="http://schemas.microsoft.com/office/drawing/2014/main" id="{BC0D1340-456C-44D9-B0F3-49EB63A6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147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أفهم</a:t>
            </a:r>
          </a:p>
        </p:txBody>
      </p:sp>
      <p:sp>
        <p:nvSpPr>
          <p:cNvPr id="11" name="element-22">
            <a:extLst xmlns:a="http://schemas.openxmlformats.org/drawingml/2006/main">
              <a:ext uri="{FF2B5EF4-FFF2-40B4-BE49-F238E27FC236}">
                <a16:creationId xmlns:a16="http://schemas.microsoft.com/office/drawing/2014/main" id="{E964D624-885F-418B-A430-66A2B8D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لماذا الوقت كنز لا يعود</a:t>
            </a:r>
          </a:p>
        </p:txBody>
      </p:sp>
      <p:sp>
        <p:nvSpPr>
          <p:cNvPr id="12" name="element-23">
            <a:extLst xmlns:a="http://schemas.openxmlformats.org/drawingml/2006/main">
              <a:ext uri="{FF2B5EF4-FFF2-40B4-BE49-F238E27FC236}">
                <a16:creationId xmlns:a16="http://schemas.microsoft.com/office/drawing/2014/main" id="{69F31F6D-DC12-498D-BA97-E8662E82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57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7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lement-24">
            <a:extLst xmlns:a="http://schemas.openxmlformats.org/drawingml/2006/main">
              <a:ext uri="{FF2B5EF4-FFF2-40B4-BE49-F238E27FC236}">
                <a16:creationId xmlns:a16="http://schemas.microsoft.com/office/drawing/2014/main" id="{41344470-68AE-4CCA-889E-7E6287D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705100"/>
            <a:ext cx="428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٢</a:t>
            </a:r>
          </a:p>
        </p:txBody>
      </p:sp>
      <p:sp>
        <p:nvSpPr>
          <p:cNvPr id="14" name="element-25">
            <a:extLst xmlns:a="http://schemas.openxmlformats.org/drawingml/2006/main">
              <a:ext uri="{FF2B5EF4-FFF2-40B4-BE49-F238E27FC236}">
                <a16:creationId xmlns:a16="http://schemas.microsoft.com/office/drawing/2014/main" id="{17F51E24-204B-4A6D-81BE-9E0843C9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147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أنظّم</a:t>
            </a:r>
          </a:p>
        </p:txBody>
      </p:sp>
      <p:sp>
        <p:nvSpPr>
          <p:cNvPr id="15" name="element-26">
            <a:extLst xmlns:a="http://schemas.openxmlformats.org/drawingml/2006/main">
              <a:ext uri="{FF2B5EF4-FFF2-40B4-BE49-F238E27FC236}">
                <a16:creationId xmlns:a16="http://schemas.microsoft.com/office/drawing/2014/main" id="{F8DE610B-D5CA-4C76-858E-BEB74419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24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مهامي وأولوياتي</a:t>
            </a:r>
          </a:p>
        </p:txBody>
      </p:sp>
      <p:sp>
        <p:nvSpPr>
          <p:cNvPr id="16" name="element-27">
            <a:extLst xmlns:a="http://schemas.openxmlformats.org/drawingml/2006/main">
              <a:ext uri="{FF2B5EF4-FFF2-40B4-BE49-F238E27FC236}">
                <a16:creationId xmlns:a16="http://schemas.microsoft.com/office/drawing/2014/main" id="{C5928EE6-CE0D-4DED-81DC-B36E6EC1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57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lement-28">
            <a:extLst xmlns:a="http://schemas.openxmlformats.org/drawingml/2006/main">
              <a:ext uri="{FF2B5EF4-FFF2-40B4-BE49-F238E27FC236}">
                <a16:creationId xmlns:a16="http://schemas.microsoft.com/office/drawing/2014/main" id="{2F335469-37B4-4F0F-9538-2E19A6EC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705100"/>
            <a:ext cx="428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٣</a:t>
            </a:r>
          </a:p>
        </p:txBody>
      </p:sp>
      <p:sp>
        <p:nvSpPr>
          <p:cNvPr id="18" name="element-29">
            <a:extLst xmlns:a="http://schemas.openxmlformats.org/drawingml/2006/main">
              <a:ext uri="{FF2B5EF4-FFF2-40B4-BE49-F238E27FC236}">
                <a16:creationId xmlns:a16="http://schemas.microsoft.com/office/drawing/2014/main" id="{CB408860-9DD1-475D-A556-DDC15801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أختار</a:t>
            </a:r>
          </a:p>
        </p:txBody>
      </p:sp>
      <p:sp>
        <p:nvSpPr>
          <p:cNvPr id="19" name="element-30">
            <a:extLst xmlns:a="http://schemas.openxmlformats.org/drawingml/2006/main">
              <a:ext uri="{FF2B5EF4-FFF2-40B4-BE49-F238E27FC236}">
                <a16:creationId xmlns:a16="http://schemas.microsoft.com/office/drawing/2014/main" id="{5BA4DCEB-FCEF-4E2D-82E3-C9401ADF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ما يحفظ وقتي من الضياع</a:t>
            </a:r>
          </a:p>
        </p:txBody>
      </p:sp>
    </p:spTree>
    <p:extLst>
      <p:ext uri="{BB962C8B-B14F-4D97-AF65-F5344CB8AC3E}">
        <p14:creationId xmlns:p14="http://schemas.microsoft.com/office/powerpoint/2010/main" val="11193844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lement-31">
            <a:extLst xmlns:a="http://schemas.openxmlformats.org/drawingml/2006/main">
              <a:ext uri="{FF2B5EF4-FFF2-40B4-BE49-F238E27FC236}">
                <a16:creationId xmlns:a16="http://schemas.microsoft.com/office/drawing/2014/main" id="{1AF44052-9F6A-4409-A916-B6B451C7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32">
            <a:extLst xmlns:a="http://schemas.openxmlformats.org/drawingml/2006/main">
              <a:ext uri="{FF2B5EF4-FFF2-40B4-BE49-F238E27FC236}">
                <a16:creationId xmlns:a16="http://schemas.microsoft.com/office/drawing/2014/main" id="{F25E3BCD-0F62-4984-923A-C4DB2E6D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33">
            <a:extLst xmlns:a="http://schemas.openxmlformats.org/drawingml/2006/main">
              <a:ext uri="{FF2B5EF4-FFF2-40B4-BE49-F238E27FC236}">
                <a16:creationId xmlns:a16="http://schemas.microsoft.com/office/drawing/2014/main" id="{5DF7BE8F-4AC9-4FF7-AD67-4EA7DB9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النص القرائي</a:t>
            </a:r>
          </a:p>
        </p:txBody>
      </p:sp>
      <p:sp>
        <p:nvSpPr>
          <p:cNvPr id="4" name="element-34">
            <a:extLst xmlns:a="http://schemas.openxmlformats.org/drawingml/2006/main">
              <a:ext uri="{FF2B5EF4-FFF2-40B4-BE49-F238E27FC236}">
                <a16:creationId xmlns:a16="http://schemas.microsoft.com/office/drawing/2014/main" id="{EDDE24D9-9998-4F62-856D-A13DC557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19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تَخَيَّلْ...</a:t>
            </a:r>
          </a:p>
        </p:txBody>
      </p:sp>
      <p:sp>
        <p:nvSpPr>
          <p:cNvPr id="5" name="element-35">
            <a:extLst xmlns:a="http://schemas.openxmlformats.org/drawingml/2006/main">
              <a:ext uri="{FF2B5EF4-FFF2-40B4-BE49-F238E27FC236}">
                <a16:creationId xmlns:a16="http://schemas.microsoft.com/office/drawing/2014/main" id="{64B52D74-7550-471E-B35B-ACCAA6B7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90625"/>
            <a:ext cx="8763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وصلتك رسالة من المصرف</a:t>
            </a:r>
          </a:p>
        </p:txBody>
      </p:sp>
      <p:sp>
        <p:nvSpPr>
          <p:cNvPr id="6" name="element-36">
            <a:extLst xmlns:a="http://schemas.openxmlformats.org/drawingml/2006/main">
              <a:ext uri="{FF2B5EF4-FFF2-40B4-BE49-F238E27FC236}">
                <a16:creationId xmlns:a16="http://schemas.microsoft.com/office/drawing/2014/main" id="{1151E5B1-E25D-489B-AD9B-3BFFB4EE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66950"/>
            <a:ext cx="65532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>
            <a:defPPr rtl="1"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97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٨٦٤٠٠</a:t>
            </a:r>
          </a:p>
        </p:txBody>
      </p:sp>
      <p:sp>
        <p:nvSpPr>
          <p:cNvPr id="7" name="element-37">
            <a:extLst xmlns:a="http://schemas.openxmlformats.org/drawingml/2006/main">
              <a:ext uri="{FF2B5EF4-FFF2-40B4-BE49-F238E27FC236}">
                <a16:creationId xmlns:a16="http://schemas.microsoft.com/office/drawing/2014/main" id="{1E85599A-0BCD-4138-A259-0E6190EB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24300"/>
            <a:ext cx="6410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جُنَيْهٍ في حسابك المصرفي!</a:t>
            </a:r>
          </a:p>
        </p:txBody>
      </p:sp>
      <p:sp>
        <p:nvSpPr>
          <p:cNvPr id="8" name="element-38">
            <a:extLst xmlns:a="http://schemas.openxmlformats.org/drawingml/2006/main">
              <a:ext uri="{FF2B5EF4-FFF2-40B4-BE49-F238E27FC236}">
                <a16:creationId xmlns:a16="http://schemas.microsoft.com/office/drawing/2014/main" id="{88F288C8-E1B6-4155-9FDC-1F34A30D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76825"/>
            <a:ext cx="7105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325" b="0">
                <a:solidFill>
                  <a:srgbClr val="CAE6E1"/>
                </a:solidFill>
                <a:latin typeface="DejaVu Sans"/>
                <a:ea typeface="DejaVu Sans"/>
                <a:cs typeface="DejaVu Sans"/>
              </a:rPr>
              <a:t>ماذا ستفعل بكل هذا المال؟</a:t>
            </a:r>
          </a:p>
        </p:txBody>
      </p:sp>
    </p:spTree>
    <p:extLst>
      <p:ext uri="{BB962C8B-B14F-4D97-AF65-F5344CB8AC3E}">
        <p14:creationId xmlns:p14="http://schemas.microsoft.com/office/powerpoint/2010/main" val="1190686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lement-39">
            <a:extLst xmlns:a="http://schemas.openxmlformats.org/drawingml/2006/main">
              <a:ext uri="{FF2B5EF4-FFF2-40B4-BE49-F238E27FC236}">
                <a16:creationId xmlns:a16="http://schemas.microsoft.com/office/drawing/2014/main" id="{4767BCA8-6351-4CCE-B07F-5B5AA156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40">
            <a:extLst xmlns:a="http://schemas.openxmlformats.org/drawingml/2006/main">
              <a:ext uri="{FF2B5EF4-FFF2-40B4-BE49-F238E27FC236}">
                <a16:creationId xmlns:a16="http://schemas.microsoft.com/office/drawing/2014/main" id="{86F6BD89-545A-455C-A329-C115D67B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41">
            <a:extLst xmlns:a="http://schemas.openxmlformats.org/drawingml/2006/main">
              <a:ext uri="{FF2B5EF4-FFF2-40B4-BE49-F238E27FC236}">
                <a16:creationId xmlns:a16="http://schemas.microsoft.com/office/drawing/2014/main" id="{4A440BE9-2493-441C-AD74-E68D098A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اقرأ وافهم</a:t>
            </a:r>
          </a:p>
        </p:txBody>
      </p:sp>
      <p:sp>
        <p:nvSpPr>
          <p:cNvPr id="4" name="element-42">
            <a:extLst xmlns:a="http://schemas.openxmlformats.org/drawingml/2006/main">
              <a:ext uri="{FF2B5EF4-FFF2-40B4-BE49-F238E27FC236}">
                <a16:creationId xmlns:a16="http://schemas.microsoft.com/office/drawing/2014/main" id="{B85ACEA9-2C1D-42D3-85D8-A3E2575E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43">
            <a:extLst xmlns:a="http://schemas.openxmlformats.org/drawingml/2006/main">
              <a:ext uri="{FF2B5EF4-FFF2-40B4-BE49-F238E27FC236}">
                <a16:creationId xmlns:a16="http://schemas.microsoft.com/office/drawing/2014/main" id="{6C6B36D7-0A8A-4B5E-BA6B-A8FBF1A3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هناك شرط واحد!</a:t>
            </a:r>
          </a:p>
        </p:txBody>
      </p:sp>
      <p:sp>
        <p:nvSpPr>
          <p:cNvPr id="6" name="element-44">
            <a:extLst xmlns:a="http://schemas.openxmlformats.org/drawingml/2006/main">
              <a:ext uri="{FF2B5EF4-FFF2-40B4-BE49-F238E27FC236}">
                <a16:creationId xmlns:a16="http://schemas.microsoft.com/office/drawing/2014/main" id="{0041058F-89D7-4B8A-8510-B5106C5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45">
            <a:extLst xmlns:a="http://schemas.openxmlformats.org/drawingml/2006/main">
              <a:ext uri="{FF2B5EF4-FFF2-40B4-BE49-F238E27FC236}">
                <a16:creationId xmlns:a16="http://schemas.microsoft.com/office/drawing/2014/main" id="{38B6C546-DD61-4542-8A48-624C2309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9525000" cy="2571750"/>
          </a:xfrm>
          <a:prstGeom xmlns:a="http://schemas.openxmlformats.org/drawingml/2006/main" prst="roundRect">
            <a:avLst>
              <a:gd name="adj" fmla="val 11481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46">
            <a:extLst xmlns:a="http://schemas.openxmlformats.org/drawingml/2006/main">
              <a:ext uri="{FF2B5EF4-FFF2-40B4-BE49-F238E27FC236}">
                <a16:creationId xmlns:a16="http://schemas.microsoft.com/office/drawing/2014/main" id="{077CC1B1-2410-42E3-9A6A-C1957D85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81250"/>
            <a:ext cx="88487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3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أنفق المال كله قبل نهاية اليوم</a:t>
            </a:r>
          </a:p>
        </p:txBody>
      </p:sp>
      <p:sp>
        <p:nvSpPr>
          <p:cNvPr id="9" name="element-47">
            <a:extLst xmlns:a="http://schemas.openxmlformats.org/drawingml/2006/main">
              <a:ext uri="{FF2B5EF4-FFF2-40B4-BE49-F238E27FC236}">
                <a16:creationId xmlns:a16="http://schemas.microsoft.com/office/drawing/2014/main" id="{E1B0B7B9-A986-468A-9FA6-34080C0B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343275"/>
            <a:ext cx="88296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400" b="1">
                <a:solidFill>
                  <a:srgbClr val="875726"/>
                </a:solidFill>
                <a:latin typeface="DejaVu Sans"/>
                <a:ea typeface="DejaVu Sans"/>
                <a:cs typeface="DejaVu Sans"/>
              </a:rPr>
              <a:t>كل مبلغ لا تستخدمه سيختفي إلى الأبد</a:t>
            </a:r>
          </a:p>
        </p:txBody>
      </p:sp>
      <p:sp>
        <p:nvSpPr>
          <p:cNvPr id="10" name="element-48">
            <a:extLst xmlns:a="http://schemas.openxmlformats.org/drawingml/2006/main">
              <a:ext uri="{FF2B5EF4-FFF2-40B4-BE49-F238E27FC236}">
                <a16:creationId xmlns:a16="http://schemas.microsoft.com/office/drawing/2014/main" id="{FB7EADFE-C891-454E-A341-7B214E31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10150"/>
            <a:ext cx="843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هذا شرط الرسالة المتخيّلة في النص.</a:t>
            </a:r>
          </a:p>
        </p:txBody>
      </p:sp>
    </p:spTree>
    <p:extLst>
      <p:ext uri="{BB962C8B-B14F-4D97-AF65-F5344CB8AC3E}">
        <p14:creationId xmlns:p14="http://schemas.microsoft.com/office/powerpoint/2010/main" val="1778662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49">
            <a:extLst xmlns:a="http://schemas.openxmlformats.org/drawingml/2006/main">
              <a:ext uri="{FF2B5EF4-FFF2-40B4-BE49-F238E27FC236}">
                <a16:creationId xmlns:a16="http://schemas.microsoft.com/office/drawing/2014/main" id="{DEE35061-6985-451B-88CB-8B360E41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50">
            <a:extLst xmlns:a="http://schemas.openxmlformats.org/drawingml/2006/main">
              <a:ext uri="{FF2B5EF4-FFF2-40B4-BE49-F238E27FC236}">
                <a16:creationId xmlns:a16="http://schemas.microsoft.com/office/drawing/2014/main" id="{93686C69-57B8-4D3B-9C96-A57BB8C0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51">
            <a:extLst xmlns:a="http://schemas.openxmlformats.org/drawingml/2006/main">
              <a:ext uri="{FF2B5EF4-FFF2-40B4-BE49-F238E27FC236}">
                <a16:creationId xmlns:a16="http://schemas.microsoft.com/office/drawing/2014/main" id="{E717E7EE-2635-461E-8DCF-3201B00C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توقّع</a:t>
            </a:r>
          </a:p>
        </p:txBody>
      </p:sp>
      <p:sp>
        <p:nvSpPr>
          <p:cNvPr id="4" name="element-52">
            <a:extLst xmlns:a="http://schemas.openxmlformats.org/drawingml/2006/main">
              <a:ext uri="{FF2B5EF4-FFF2-40B4-BE49-F238E27FC236}">
                <a16:creationId xmlns:a16="http://schemas.microsoft.com/office/drawing/2014/main" id="{70055C49-3D50-4FAA-97A0-749EC365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8580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توقّع ٢</a:t>
            </a:r>
          </a:p>
        </p:txBody>
      </p:sp>
      <p:sp>
        <p:nvSpPr>
          <p:cNvPr id="5" name="element-53">
            <a:extLst xmlns:a="http://schemas.openxmlformats.org/drawingml/2006/main">
              <a:ext uri="{FF2B5EF4-FFF2-40B4-BE49-F238E27FC236}">
                <a16:creationId xmlns:a16="http://schemas.microsoft.com/office/drawing/2014/main" id="{330F7FAA-5D52-47D5-AD79-C3C7EE3B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إذا كنت مكان صاحب الرسالة...</a:t>
            </a:r>
          </a:p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فكيف ستستفيد من المبلغ؟</a:t>
            </a:r>
          </a:p>
        </p:txBody>
      </p:sp>
      <p:sp>
        <p:nvSpPr>
          <p:cNvPr id="6" name="element-54">
            <a:extLst xmlns:a="http://schemas.openxmlformats.org/drawingml/2006/main">
              <a:ext uri="{FF2B5EF4-FFF2-40B4-BE49-F238E27FC236}">
                <a16:creationId xmlns:a16="http://schemas.microsoft.com/office/drawing/2014/main" id="{2E926960-2846-4355-9DBC-FEA88F45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4067175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55">
            <a:extLst xmlns:a="http://schemas.openxmlformats.org/drawingml/2006/main">
              <a:ext uri="{FF2B5EF4-FFF2-40B4-BE49-F238E27FC236}">
                <a16:creationId xmlns:a16="http://schemas.microsoft.com/office/drawing/2014/main" id="{3E6127CE-A3D5-4809-B553-A5BF81C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72025"/>
            <a:ext cx="374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rPr>
              <a:t>ناقش زميلك ثم شارك الإجابة</a:t>
            </a:r>
          </a:p>
        </p:txBody>
      </p:sp>
    </p:spTree>
    <p:extLst>
      <p:ext uri="{BB962C8B-B14F-4D97-AF65-F5344CB8AC3E}">
        <p14:creationId xmlns:p14="http://schemas.microsoft.com/office/powerpoint/2010/main" val="804833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lement-56">
            <a:extLst xmlns:a="http://schemas.openxmlformats.org/drawingml/2006/main">
              <a:ext uri="{FF2B5EF4-FFF2-40B4-BE49-F238E27FC236}">
                <a16:creationId xmlns:a16="http://schemas.microsoft.com/office/drawing/2014/main" id="{A8C60564-61D9-4589-B3C0-30B461DB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57">
            <a:extLst xmlns:a="http://schemas.openxmlformats.org/drawingml/2006/main">
              <a:ext uri="{FF2B5EF4-FFF2-40B4-BE49-F238E27FC236}">
                <a16:creationId xmlns:a16="http://schemas.microsoft.com/office/drawing/2014/main" id="{C91CF2B0-5384-4486-8274-C5B2F2E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58">
            <a:extLst xmlns:a="http://schemas.openxmlformats.org/drawingml/2006/main">
              <a:ext uri="{FF2B5EF4-FFF2-40B4-BE49-F238E27FC236}">
                <a16:creationId xmlns:a16="http://schemas.microsoft.com/office/drawing/2014/main" id="{F55BED9B-D9AD-42B7-B83D-1A7EC1D9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فكرة النص</a:t>
            </a:r>
          </a:p>
        </p:txBody>
      </p:sp>
      <p:sp>
        <p:nvSpPr>
          <p:cNvPr id="4" name="element-59">
            <a:extLst xmlns:a="http://schemas.openxmlformats.org/drawingml/2006/main">
              <a:ext uri="{FF2B5EF4-FFF2-40B4-BE49-F238E27FC236}">
                <a16:creationId xmlns:a16="http://schemas.microsoft.com/office/drawing/2014/main" id="{53336DD4-6D65-4DCB-976E-C701FE13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8102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الآن انكشف السر!</a:t>
            </a:r>
          </a:p>
        </p:txBody>
      </p:sp>
      <p:sp>
        <p:nvSpPr>
          <p:cNvPr id="5" name="element-60">
            <a:extLst xmlns:a="http://schemas.openxmlformats.org/drawingml/2006/main">
              <a:ext uri="{FF2B5EF4-FFF2-40B4-BE49-F238E27FC236}">
                <a16:creationId xmlns:a16="http://schemas.microsoft.com/office/drawing/2014/main" id="{01A741C9-D867-4FC6-816D-D087688D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304925"/>
            <a:ext cx="80676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0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لديك في كل يوم</a:t>
            </a:r>
          </a:p>
        </p:txBody>
      </p:sp>
      <p:sp>
        <p:nvSpPr>
          <p:cNvPr id="6" name="element-61">
            <a:extLst xmlns:a="http://schemas.openxmlformats.org/drawingml/2006/main">
              <a:ext uri="{FF2B5EF4-FFF2-40B4-BE49-F238E27FC236}">
                <a16:creationId xmlns:a16="http://schemas.microsoft.com/office/drawing/2014/main" id="{A39F89D1-BB61-4884-94D5-830804E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6438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>
            <a:defPPr rtl="1"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9375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٨٦٤٠٠</a:t>
            </a:r>
          </a:p>
        </p:txBody>
      </p:sp>
      <p:sp>
        <p:nvSpPr>
          <p:cNvPr id="7" name="element-62">
            <a:extLst xmlns:a="http://schemas.openxmlformats.org/drawingml/2006/main">
              <a:ext uri="{FF2B5EF4-FFF2-40B4-BE49-F238E27FC236}">
                <a16:creationId xmlns:a16="http://schemas.microsoft.com/office/drawing/2014/main" id="{26E42921-2221-4CF6-9B6C-F583C89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81400"/>
            <a:ext cx="4038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ثَانِيَةٍ</a:t>
            </a:r>
          </a:p>
        </p:txBody>
      </p:sp>
      <p:sp>
        <p:nvSpPr>
          <p:cNvPr id="8" name="element-63">
            <a:extLst xmlns:a="http://schemas.openxmlformats.org/drawingml/2006/main">
              <a:ext uri="{FF2B5EF4-FFF2-40B4-BE49-F238E27FC236}">
                <a16:creationId xmlns:a16="http://schemas.microsoft.com/office/drawing/2014/main" id="{D58C0706-F12F-4DB9-88AD-42E1BD5C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48225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0">
                <a:solidFill>
                  <a:srgbClr val="C8E8E3"/>
                </a:solidFill>
                <a:latin typeface="DejaVu Sans"/>
                <a:ea typeface="DejaVu Sans"/>
                <a:cs typeface="DejaVu Sans"/>
              </a:rPr>
              <a:t>هي رصيد يومك من الوقت</a:t>
            </a:r>
          </a:p>
        </p:txBody>
      </p:sp>
    </p:spTree>
    <p:extLst>
      <p:ext uri="{BB962C8B-B14F-4D97-AF65-F5344CB8AC3E}">
        <p14:creationId xmlns:p14="http://schemas.microsoft.com/office/powerpoint/2010/main" val="1015294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64">
            <a:extLst xmlns:a="http://schemas.openxmlformats.org/drawingml/2006/main">
              <a:ext uri="{FF2B5EF4-FFF2-40B4-BE49-F238E27FC236}">
                <a16:creationId xmlns:a16="http://schemas.microsoft.com/office/drawing/2014/main" id="{572F43B3-07FA-4522-A2DC-701AC247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65">
            <a:extLst xmlns:a="http://schemas.openxmlformats.org/drawingml/2006/main">
              <a:ext uri="{FF2B5EF4-FFF2-40B4-BE49-F238E27FC236}">
                <a16:creationId xmlns:a16="http://schemas.microsoft.com/office/drawing/2014/main" id="{16C35ACC-8DDE-4F89-A6B0-F6133B6B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66">
            <a:extLst xmlns:a="http://schemas.openxmlformats.org/drawingml/2006/main">
              <a:ext uri="{FF2B5EF4-FFF2-40B4-BE49-F238E27FC236}">
                <a16:creationId xmlns:a16="http://schemas.microsoft.com/office/drawing/2014/main" id="{8A734B8A-7A30-482B-A18D-3D80296A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أفهم الفكرة</a:t>
            </a:r>
          </a:p>
        </p:txBody>
      </p:sp>
      <p:sp>
        <p:nvSpPr>
          <p:cNvPr id="4" name="element-67">
            <a:extLst xmlns:a="http://schemas.openxmlformats.org/drawingml/2006/main">
              <a:ext uri="{FF2B5EF4-FFF2-40B4-BE49-F238E27FC236}">
                <a16:creationId xmlns:a16="http://schemas.microsoft.com/office/drawing/2014/main" id="{5C7FA1BD-19D3-45D2-B6F3-BC00B597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68">
            <a:extLst xmlns:a="http://schemas.openxmlformats.org/drawingml/2006/main">
              <a:ext uri="{FF2B5EF4-FFF2-40B4-BE49-F238E27FC236}">
                <a16:creationId xmlns:a16="http://schemas.microsoft.com/office/drawing/2014/main" id="{A2DB9461-1071-48B1-AC08-57A91117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ما الفرق بين المال والوقت؟</a:t>
            </a:r>
          </a:p>
        </p:txBody>
      </p:sp>
      <p:sp>
        <p:nvSpPr>
          <p:cNvPr id="6" name="element-69">
            <a:extLst xmlns:a="http://schemas.openxmlformats.org/drawingml/2006/main">
              <a:ext uri="{FF2B5EF4-FFF2-40B4-BE49-F238E27FC236}">
                <a16:creationId xmlns:a16="http://schemas.microsoft.com/office/drawing/2014/main" id="{704A1189-F0C5-42A2-81A3-7ADE7397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70">
            <a:extLst xmlns:a="http://schemas.openxmlformats.org/drawingml/2006/main">
              <a:ext uri="{FF2B5EF4-FFF2-40B4-BE49-F238E27FC236}">
                <a16:creationId xmlns:a16="http://schemas.microsoft.com/office/drawing/2014/main" id="{0511A44E-46ED-488B-AF30-3F9C2219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47900"/>
            <a:ext cx="4552950" cy="2971800"/>
          </a:xfrm>
          <a:prstGeom xmlns:a="http://schemas.openxmlformats.org/drawingml/2006/main" prst="roundRect">
            <a:avLst>
              <a:gd name="adj" fmla="val 7372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71">
            <a:extLst xmlns:a="http://schemas.openxmlformats.org/drawingml/2006/main">
              <a:ext uri="{FF2B5EF4-FFF2-40B4-BE49-F238E27FC236}">
                <a16:creationId xmlns:a16="http://schemas.microsoft.com/office/drawing/2014/main" id="{722827D3-926E-4164-BCA5-D922B2FE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47900"/>
            <a:ext cx="4552950" cy="2971800"/>
          </a:xfrm>
          <a:prstGeom xmlns:a="http://schemas.openxmlformats.org/drawingml/2006/main" prst="roundRect">
            <a:avLst>
              <a:gd name="adj" fmla="val 7372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72">
            <a:extLst xmlns:a="http://schemas.openxmlformats.org/drawingml/2006/main">
              <a:ext uri="{FF2B5EF4-FFF2-40B4-BE49-F238E27FC236}">
                <a16:creationId xmlns:a16="http://schemas.microsoft.com/office/drawing/2014/main" id="{5D26F83E-56B8-4D67-9B03-EB68940B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14600"/>
            <a:ext cx="3676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المَال</a:t>
            </a:r>
          </a:p>
        </p:txBody>
      </p:sp>
      <p:sp>
        <p:nvSpPr>
          <p:cNvPr id="10" name="element-73">
            <a:extLst xmlns:a="http://schemas.openxmlformats.org/drawingml/2006/main">
              <a:ext uri="{FF2B5EF4-FFF2-40B4-BE49-F238E27FC236}">
                <a16:creationId xmlns:a16="http://schemas.microsoft.com/office/drawing/2014/main" id="{D631346C-5EC6-4496-AA4E-71285233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514600"/>
            <a:ext cx="3676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37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الْوَقْت</a:t>
            </a:r>
          </a:p>
        </p:txBody>
      </p:sp>
      <p:sp>
        <p:nvSpPr>
          <p:cNvPr id="11" name="element-74">
            <a:extLst xmlns:a="http://schemas.openxmlformats.org/drawingml/2006/main">
              <a:ext uri="{FF2B5EF4-FFF2-40B4-BE49-F238E27FC236}">
                <a16:creationId xmlns:a16="http://schemas.microsoft.com/office/drawing/2014/main" id="{A436FEB8-E2FD-4A13-9EEE-B709E7F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76625"/>
            <a:ext cx="4019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قد يُنفق ثم يعود</a:t>
            </a:r>
          </a:p>
        </p:txBody>
      </p:sp>
      <p:sp>
        <p:nvSpPr>
          <p:cNvPr id="12" name="element-75">
            <a:extLst xmlns:a="http://schemas.openxmlformats.org/drawingml/2006/main">
              <a:ext uri="{FF2B5EF4-FFF2-40B4-BE49-F238E27FC236}">
                <a16:creationId xmlns:a16="http://schemas.microsoft.com/office/drawing/2014/main" id="{FFCBFADE-9C0E-4CEB-B097-36B8A8DC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4019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1">
                <a:solidFill>
                  <a:srgbClr val="97572A"/>
                </a:solidFill>
                <a:latin typeface="DejaVu Sans"/>
                <a:ea typeface="DejaVu Sans"/>
                <a:cs typeface="DejaVu Sans"/>
              </a:rPr>
              <a:t>إذا مضى فلا يعود</a:t>
            </a:r>
          </a:p>
        </p:txBody>
      </p:sp>
      <p:sp>
        <p:nvSpPr>
          <p:cNvPr id="13" name="element-76">
            <a:extLst xmlns:a="http://schemas.openxmlformats.org/drawingml/2006/main">
              <a:ext uri="{FF2B5EF4-FFF2-40B4-BE49-F238E27FC236}">
                <a16:creationId xmlns:a16="http://schemas.microsoft.com/office/drawing/2014/main" id="{CE3E3614-2AF9-4B85-9BBD-4ED23B02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48300"/>
            <a:ext cx="7839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قارن ثم استنتج: أيّهما أغلى؟</a:t>
            </a:r>
          </a:p>
        </p:txBody>
      </p:sp>
    </p:spTree>
    <p:extLst>
      <p:ext uri="{BB962C8B-B14F-4D97-AF65-F5344CB8AC3E}">
        <p14:creationId xmlns:p14="http://schemas.microsoft.com/office/powerpoint/2010/main" val="1771667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77">
            <a:extLst xmlns:a="http://schemas.openxmlformats.org/drawingml/2006/main">
              <a:ext uri="{FF2B5EF4-FFF2-40B4-BE49-F238E27FC236}">
                <a16:creationId xmlns:a16="http://schemas.microsoft.com/office/drawing/2014/main" id="{89A75A7D-79FC-40E4-90BA-077A15D7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78">
            <a:extLst xmlns:a="http://schemas.openxmlformats.org/drawingml/2006/main">
              <a:ext uri="{FF2B5EF4-FFF2-40B4-BE49-F238E27FC236}">
                <a16:creationId xmlns:a16="http://schemas.microsoft.com/office/drawing/2014/main" id="{85BF5F83-4CC9-4653-B84E-7E307B7C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79">
            <a:extLst xmlns:a="http://schemas.openxmlformats.org/drawingml/2006/main">
              <a:ext uri="{FF2B5EF4-FFF2-40B4-BE49-F238E27FC236}">
                <a16:creationId xmlns:a16="http://schemas.microsoft.com/office/drawing/2014/main" id="{E7FE2D32-1710-4690-8BCD-0804A202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الشاهد</a:t>
            </a:r>
          </a:p>
        </p:txBody>
      </p:sp>
      <p:sp>
        <p:nvSpPr>
          <p:cNvPr id="4" name="element-80">
            <a:extLst xmlns:a="http://schemas.openxmlformats.org/drawingml/2006/main">
              <a:ext uri="{FF2B5EF4-FFF2-40B4-BE49-F238E27FC236}">
                <a16:creationId xmlns:a16="http://schemas.microsoft.com/office/drawing/2014/main" id="{FDD43235-B822-4AF6-B8AC-0557D96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7152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قالوا قديمًا</a:t>
            </a:r>
          </a:p>
        </p:txBody>
      </p:sp>
      <p:sp>
        <p:nvSpPr>
          <p:cNvPr id="5" name="element-81">
            <a:extLst xmlns:a="http://schemas.openxmlformats.org/drawingml/2006/main">
              <a:ext uri="{FF2B5EF4-FFF2-40B4-BE49-F238E27FC236}">
                <a16:creationId xmlns:a16="http://schemas.microsoft.com/office/drawing/2014/main" id="{AA5477F9-78CE-49E0-87BA-65BECA4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96964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«الوقت من ذهب،</a:t>
            </a:r>
          </a:p>
          <a:p xmlns:a="http://schemas.openxmlformats.org/drawingml/2006/main">
            <a:pPr rtl="1" algn="ctr">
              <a:lnSpc>
                <a:spcPct val="110000"/>
              </a:lnSpc>
              <a:buNone/>
              <a:def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إن لم تُدركه ذهب»</a:t>
            </a:r>
          </a:p>
        </p:txBody>
      </p:sp>
      <p:sp>
        <p:nvSpPr>
          <p:cNvPr id="6" name="element-82">
            <a:extLst xmlns:a="http://schemas.openxmlformats.org/drawingml/2006/main">
              <a:ext uri="{FF2B5EF4-FFF2-40B4-BE49-F238E27FC236}">
                <a16:creationId xmlns:a16="http://schemas.microsoft.com/office/drawing/2014/main" id="{EEF656F1-D83F-47F1-9DE4-642836B9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95775"/>
            <a:ext cx="24479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83">
            <a:extLst xmlns:a="http://schemas.openxmlformats.org/drawingml/2006/main">
              <a:ext uri="{FF2B5EF4-FFF2-40B4-BE49-F238E27FC236}">
                <a16:creationId xmlns:a16="http://schemas.microsoft.com/office/drawing/2014/main" id="{4DC47D84-5E4B-4AE7-9279-9003737B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33925"/>
            <a:ext cx="87725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0">
                <a:solidFill>
                  <a:srgbClr val="C8E8E3"/>
                </a:solidFill>
                <a:latin typeface="DejaVu Sans"/>
                <a:ea typeface="DejaVu Sans"/>
                <a:cs typeface="DejaVu Sans"/>
              </a:rPr>
              <a:t>ما معنى «ذهب» في أول المثل وفي آخره؟</a:t>
            </a:r>
          </a:p>
        </p:txBody>
      </p:sp>
    </p:spTree>
    <p:extLst>
      <p:ext uri="{BB962C8B-B14F-4D97-AF65-F5344CB8AC3E}">
        <p14:creationId xmlns:p14="http://schemas.microsoft.com/office/powerpoint/2010/main" val="119005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84">
            <a:extLst xmlns:a="http://schemas.openxmlformats.org/drawingml/2006/main">
              <a:ext uri="{FF2B5EF4-FFF2-40B4-BE49-F238E27FC236}">
                <a16:creationId xmlns:a16="http://schemas.microsoft.com/office/drawing/2014/main" id="{DBB54490-A088-46E1-966C-562DF005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85">
            <a:extLst xmlns:a="http://schemas.openxmlformats.org/drawingml/2006/main">
              <a:ext uri="{FF2B5EF4-FFF2-40B4-BE49-F238E27FC236}">
                <a16:creationId xmlns:a16="http://schemas.microsoft.com/office/drawing/2014/main" id="{FCA32FDF-33E7-4968-8F02-B09E9551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86">
            <a:extLst xmlns:a="http://schemas.openxmlformats.org/drawingml/2006/main">
              <a:ext uri="{FF2B5EF4-FFF2-40B4-BE49-F238E27FC236}">
                <a16:creationId xmlns:a16="http://schemas.microsoft.com/office/drawing/2014/main" id="{C0EB718B-8692-49A7-9AA0-B8BFAEAE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تفاعل</a:t>
            </a:r>
          </a:p>
        </p:txBody>
      </p:sp>
      <p:sp>
        <p:nvSpPr>
          <p:cNvPr id="4" name="element-87">
            <a:extLst xmlns:a="http://schemas.openxmlformats.org/drawingml/2006/main">
              <a:ext uri="{FF2B5EF4-FFF2-40B4-BE49-F238E27FC236}">
                <a16:creationId xmlns:a16="http://schemas.microsoft.com/office/drawing/2014/main" id="{8D7DB021-F12F-43C1-A5A7-13D0EFDF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8580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كتاب الوزارة ٣</a:t>
            </a:r>
          </a:p>
        </p:txBody>
      </p:sp>
      <p:sp>
        <p:nvSpPr>
          <p:cNvPr id="5" name="element-88">
            <a:extLst xmlns:a="http://schemas.openxmlformats.org/drawingml/2006/main">
              <a:ext uri="{FF2B5EF4-FFF2-40B4-BE49-F238E27FC236}">
                <a16:creationId xmlns:a16="http://schemas.microsoft.com/office/drawing/2014/main" id="{CF3B1EF8-A0B1-49A9-B47A-43F4CA2C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ضع علامة: «يمكن استرجاع الوقت الذي مضى بسهولة».</a:t>
            </a:r>
          </a:p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صواب أم خطأ؟</a:t>
            </a:r>
          </a:p>
        </p:txBody>
      </p:sp>
      <p:sp>
        <p:nvSpPr>
          <p:cNvPr id="6" name="element-89">
            <a:extLst xmlns:a="http://schemas.openxmlformats.org/drawingml/2006/main">
              <a:ext uri="{FF2B5EF4-FFF2-40B4-BE49-F238E27FC236}">
                <a16:creationId xmlns:a16="http://schemas.microsoft.com/office/drawing/2014/main" id="{886E589C-0379-4044-AE14-4CF14659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4067175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90">
            <a:extLst xmlns:a="http://schemas.openxmlformats.org/drawingml/2006/main">
              <a:ext uri="{FF2B5EF4-FFF2-40B4-BE49-F238E27FC236}">
                <a16:creationId xmlns:a16="http://schemas.microsoft.com/office/drawing/2014/main" id="{D612C688-1CCE-42F4-8042-629E9855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72025"/>
            <a:ext cx="374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rPr>
              <a:t>ناقش زميلك ثم شارك الإجابة</a:t>
            </a:r>
          </a:p>
        </p:txBody>
      </p:sp>
    </p:spTree>
    <p:extLst>
      <p:ext uri="{BB962C8B-B14F-4D97-AF65-F5344CB8AC3E}">
        <p14:creationId xmlns:p14="http://schemas.microsoft.com/office/powerpoint/2010/main" val="615699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lement-91">
            <a:extLst xmlns:a="http://schemas.openxmlformats.org/drawingml/2006/main">
              <a:ext uri="{FF2B5EF4-FFF2-40B4-BE49-F238E27FC236}">
                <a16:creationId xmlns:a16="http://schemas.microsoft.com/office/drawing/2014/main" id="{3845A128-2501-4510-9067-BD771943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92">
            <a:extLst xmlns:a="http://schemas.openxmlformats.org/drawingml/2006/main">
              <a:ext uri="{FF2B5EF4-FFF2-40B4-BE49-F238E27FC236}">
                <a16:creationId xmlns:a16="http://schemas.microsoft.com/office/drawing/2014/main" id="{E8B1BC05-D2EF-4B9C-A457-824E022E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93">
            <a:extLst xmlns:a="http://schemas.openxmlformats.org/drawingml/2006/main">
              <a:ext uri="{FF2B5EF4-FFF2-40B4-BE49-F238E27FC236}">
                <a16:creationId xmlns:a16="http://schemas.microsoft.com/office/drawing/2014/main" id="{98D1EA55-7CDB-43FE-A0D4-0E85F1A3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أقرأ وأفهم</a:t>
            </a:r>
          </a:p>
        </p:txBody>
      </p:sp>
      <p:sp>
        <p:nvSpPr>
          <p:cNvPr id="4" name="element-94">
            <a:extLst xmlns:a="http://schemas.openxmlformats.org/drawingml/2006/main">
              <a:ext uri="{FF2B5EF4-FFF2-40B4-BE49-F238E27FC236}">
                <a16:creationId xmlns:a16="http://schemas.microsoft.com/office/drawing/2014/main" id="{A909EE1C-F002-43AB-AB1E-6AC44375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95">
            <a:extLst xmlns:a="http://schemas.openxmlformats.org/drawingml/2006/main">
              <a:ext uri="{FF2B5EF4-FFF2-40B4-BE49-F238E27FC236}">
                <a16:creationId xmlns:a16="http://schemas.microsoft.com/office/drawing/2014/main" id="{BB7A44F0-139C-4D10-871A-1761B068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الوقت كنز لا يُقدَّر بثمن</a:t>
            </a:r>
          </a:p>
        </p:txBody>
      </p:sp>
      <p:sp>
        <p:nvSpPr>
          <p:cNvPr id="6" name="element-96">
            <a:extLst xmlns:a="http://schemas.openxmlformats.org/drawingml/2006/main">
              <a:ext uri="{FF2B5EF4-FFF2-40B4-BE49-F238E27FC236}">
                <a16:creationId xmlns:a16="http://schemas.microsoft.com/office/drawing/2014/main" id="{78FB68A7-397A-4951-A859-CC312C3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97">
            <a:extLst xmlns:a="http://schemas.openxmlformats.org/drawingml/2006/main">
              <a:ext uri="{FF2B5EF4-FFF2-40B4-BE49-F238E27FC236}">
                <a16:creationId xmlns:a16="http://schemas.microsoft.com/office/drawing/2014/main" id="{18A961AE-8E0A-4177-9C28-370B1463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71725"/>
            <a:ext cx="8953500" cy="22383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98">
            <a:extLst xmlns:a="http://schemas.openxmlformats.org/drawingml/2006/main">
              <a:ext uri="{FF2B5EF4-FFF2-40B4-BE49-F238E27FC236}">
                <a16:creationId xmlns:a16="http://schemas.microsoft.com/office/drawing/2014/main" id="{B3B70FD4-AAED-4753-964D-B7029C69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86025"/>
            <a:ext cx="84772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77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استثمر ثواني يومك بحكمة؛ لأنها إذا مضت فلن تعود.</a:t>
            </a:r>
          </a:p>
        </p:txBody>
      </p:sp>
      <p:sp>
        <p:nvSpPr>
          <p:cNvPr id="9" name="element-99">
            <a:extLst xmlns:a="http://schemas.openxmlformats.org/drawingml/2006/main">
              <a:ext uri="{FF2B5EF4-FFF2-40B4-BE49-F238E27FC236}">
                <a16:creationId xmlns:a16="http://schemas.microsoft.com/office/drawing/2014/main" id="{8D17C305-67D1-47D7-961F-98DE8CE0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05400"/>
            <a:ext cx="20764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lement-100">
            <a:extLst xmlns:a="http://schemas.openxmlformats.org/drawingml/2006/main">
              <a:ext uri="{FF2B5EF4-FFF2-40B4-BE49-F238E27FC236}">
                <a16:creationId xmlns:a16="http://schemas.microsoft.com/office/drawing/2014/main" id="{72906CF4-C6DB-4779-960E-DAF0CB13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625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تخطيط</a:t>
            </a:r>
          </a:p>
        </p:txBody>
      </p:sp>
      <p:sp>
        <p:nvSpPr>
          <p:cNvPr id="11" name="element-101">
            <a:extLst xmlns:a="http://schemas.openxmlformats.org/drawingml/2006/main">
              <a:ext uri="{FF2B5EF4-FFF2-40B4-BE49-F238E27FC236}">
                <a16:creationId xmlns:a16="http://schemas.microsoft.com/office/drawing/2014/main" id="{BD5C0B1E-2AD9-4750-9F70-22F57006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05400"/>
            <a:ext cx="20764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7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lement-102">
            <a:extLst xmlns:a="http://schemas.openxmlformats.org/drawingml/2006/main">
              <a:ext uri="{FF2B5EF4-FFF2-40B4-BE49-F238E27FC236}">
                <a16:creationId xmlns:a16="http://schemas.microsoft.com/office/drawing/2014/main" id="{57970B3D-76D2-4CF3-803C-8E696E0A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625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تركيز</a:t>
            </a:r>
          </a:p>
        </p:txBody>
      </p:sp>
      <p:sp>
        <p:nvSpPr>
          <p:cNvPr id="13" name="element-103">
            <a:extLst xmlns:a="http://schemas.openxmlformats.org/drawingml/2006/main">
              <a:ext uri="{FF2B5EF4-FFF2-40B4-BE49-F238E27FC236}">
                <a16:creationId xmlns:a16="http://schemas.microsoft.com/office/drawing/2014/main" id="{409EDA6A-2BFA-46BC-B58F-D03AFD95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05400"/>
            <a:ext cx="20764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B9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lement-104">
            <a:extLst xmlns:a="http://schemas.openxmlformats.org/drawingml/2006/main">
              <a:ext uri="{FF2B5EF4-FFF2-40B4-BE49-F238E27FC236}">
                <a16:creationId xmlns:a16="http://schemas.microsoft.com/office/drawing/2014/main" id="{EAEF30BF-64A0-433F-9AE4-A9C10CC6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625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إنجاز</a:t>
            </a:r>
          </a:p>
        </p:txBody>
      </p:sp>
    </p:spTree>
    <p:extLst>
      <p:ext uri="{BB962C8B-B14F-4D97-AF65-F5344CB8AC3E}">
        <p14:creationId xmlns:p14="http://schemas.microsoft.com/office/powerpoint/2010/main" val="791419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lement-105">
            <a:extLst xmlns:a="http://schemas.openxmlformats.org/drawingml/2006/main">
              <a:ext uri="{FF2B5EF4-FFF2-40B4-BE49-F238E27FC236}">
                <a16:creationId xmlns:a16="http://schemas.microsoft.com/office/drawing/2014/main" id="{E831432E-FAA9-4647-A942-3BEC0B51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06">
            <a:extLst xmlns:a="http://schemas.openxmlformats.org/drawingml/2006/main">
              <a:ext uri="{FF2B5EF4-FFF2-40B4-BE49-F238E27FC236}">
                <a16:creationId xmlns:a16="http://schemas.microsoft.com/office/drawing/2014/main" id="{D84E4288-9276-4051-BB01-441D6AA0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107">
            <a:extLst xmlns:a="http://schemas.openxmlformats.org/drawingml/2006/main">
              <a:ext uri="{FF2B5EF4-FFF2-40B4-BE49-F238E27FC236}">
                <a16:creationId xmlns:a16="http://schemas.microsoft.com/office/drawing/2014/main" id="{76E5C330-4A35-4B08-A615-55198817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نُنظّم وقتنا</a:t>
            </a:r>
          </a:p>
        </p:txBody>
      </p:sp>
      <p:sp>
        <p:nvSpPr>
          <p:cNvPr id="4" name="element-108">
            <a:extLst xmlns:a="http://schemas.openxmlformats.org/drawingml/2006/main">
              <a:ext uri="{FF2B5EF4-FFF2-40B4-BE49-F238E27FC236}">
                <a16:creationId xmlns:a16="http://schemas.microsoft.com/office/drawing/2014/main" id="{A6CAE25C-AB13-421E-BB71-103296C4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109">
            <a:extLst xmlns:a="http://schemas.openxmlformats.org/drawingml/2006/main">
              <a:ext uri="{FF2B5EF4-FFF2-40B4-BE49-F238E27FC236}">
                <a16:creationId xmlns:a16="http://schemas.microsoft.com/office/drawing/2014/main" id="{16DAA8A8-138B-42BA-8196-6142C227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١  •  أحدّد مهامي</a:t>
            </a:r>
          </a:p>
        </p:txBody>
      </p:sp>
      <p:sp>
        <p:nvSpPr>
          <p:cNvPr id="6" name="element-110">
            <a:extLst xmlns:a="http://schemas.openxmlformats.org/drawingml/2006/main">
              <a:ext uri="{FF2B5EF4-FFF2-40B4-BE49-F238E27FC236}">
                <a16:creationId xmlns:a16="http://schemas.microsoft.com/office/drawing/2014/main" id="{E74A2D0A-E446-48F7-81D8-79C6B8F0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أكتب ما أريد إنجازه اليوم.</a:t>
            </a:r>
          </a:p>
        </p:txBody>
      </p:sp>
      <p:sp>
        <p:nvSpPr>
          <p:cNvPr id="7" name="element-111">
            <a:extLst xmlns:a="http://schemas.openxmlformats.org/drawingml/2006/main">
              <a:ext uri="{FF2B5EF4-FFF2-40B4-BE49-F238E27FC236}">
                <a16:creationId xmlns:a16="http://schemas.microsoft.com/office/drawing/2014/main" id="{8A05FDBC-1EF8-4466-B77C-CBE86150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112">
            <a:extLst xmlns:a="http://schemas.openxmlformats.org/drawingml/2006/main">
              <a:ext uri="{FF2B5EF4-FFF2-40B4-BE49-F238E27FC236}">
                <a16:creationId xmlns:a16="http://schemas.microsoft.com/office/drawing/2014/main" id="{D800F461-4854-4404-9DAE-61F82868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0275"/>
            <a:ext cx="7134225" cy="3324225"/>
          </a:xfrm>
          <a:prstGeom xmlns:a="http://schemas.openxmlformats.org/drawingml/2006/main" prst="roundRect">
            <a:avLst>
              <a:gd name="adj" fmla="val 8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DDD8"/>
            </a:solidFill>
            <a:prstDash val="solid"/>
          </a:ln>
        </p:spPr>
      </p:sp>
      <p:sp>
        <p:nvSpPr>
          <p:cNvPr id="9" name="element-113">
            <a:extLst xmlns:a="http://schemas.openxmlformats.org/drawingml/2006/main">
              <a:ext uri="{FF2B5EF4-FFF2-40B4-BE49-F238E27FC236}">
                <a16:creationId xmlns:a16="http://schemas.microsoft.com/office/drawing/2014/main" id="{7E53A883-7DE0-455A-AB50-F9AA64BC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533400" cy="523875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9050">
            <a:solidFill>
              <a:srgbClr val="8FBFB8"/>
            </a:solidFill>
            <a:prstDash val="solid"/>
          </a:ln>
        </p:spPr>
      </p:sp>
      <p:sp>
        <p:nvSpPr>
          <p:cNvPr id="10" name="element-114">
            <a:extLst xmlns:a="http://schemas.openxmlformats.org/drawingml/2006/main">
              <a:ext uri="{FF2B5EF4-FFF2-40B4-BE49-F238E27FC236}">
                <a16:creationId xmlns:a16="http://schemas.microsoft.com/office/drawing/2014/main" id="{A799ED4C-BDD8-4C41-94BD-82262F82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05075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أُنجز واجب اللغة العربية</a:t>
            </a:r>
          </a:p>
        </p:txBody>
      </p:sp>
      <p:sp>
        <p:nvSpPr>
          <p:cNvPr id="11" name="element-115">
            <a:extLst xmlns:a="http://schemas.openxmlformats.org/drawingml/2006/main">
              <a:ext uri="{FF2B5EF4-FFF2-40B4-BE49-F238E27FC236}">
                <a16:creationId xmlns:a16="http://schemas.microsoft.com/office/drawing/2014/main" id="{E9AB257F-350B-4F2B-ABA9-D9167C7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533400" cy="523875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9050">
            <a:solidFill>
              <a:srgbClr val="8FBFB8"/>
            </a:solidFill>
            <a:prstDash val="solid"/>
          </a:ln>
        </p:spPr>
      </p:sp>
      <p:sp>
        <p:nvSpPr>
          <p:cNvPr id="12" name="element-116">
            <a:extLst xmlns:a="http://schemas.openxmlformats.org/drawingml/2006/main">
              <a:ext uri="{FF2B5EF4-FFF2-40B4-BE49-F238E27FC236}">
                <a16:creationId xmlns:a16="http://schemas.microsoft.com/office/drawing/2014/main" id="{9516B68E-CABA-47F0-B5E6-CB8A73A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19475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أُراجع درس العلوم</a:t>
            </a:r>
          </a:p>
        </p:txBody>
      </p:sp>
      <p:sp>
        <p:nvSpPr>
          <p:cNvPr id="13" name="element-117">
            <a:extLst xmlns:a="http://schemas.openxmlformats.org/drawingml/2006/main">
              <a:ext uri="{FF2B5EF4-FFF2-40B4-BE49-F238E27FC236}">
                <a16:creationId xmlns:a16="http://schemas.microsoft.com/office/drawing/2014/main" id="{7EA2A52F-DFE2-491D-9876-6BD64C27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533400" cy="523875"/>
          </a:xfrm>
          <a:prstGeom xmlns:a="http://schemas.openxmlformats.org/drawingml/2006/main" prst="roundRect">
            <a:avLst>
              <a:gd name="adj" fmla="val 23636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9050">
            <a:solidFill>
              <a:srgbClr val="8FBFB8"/>
            </a:solidFill>
            <a:prstDash val="solid"/>
          </a:ln>
        </p:spPr>
      </p:sp>
      <p:sp>
        <p:nvSpPr>
          <p:cNvPr id="14" name="element-118">
            <a:extLst xmlns:a="http://schemas.openxmlformats.org/drawingml/2006/main">
              <a:ext uri="{FF2B5EF4-FFF2-40B4-BE49-F238E27FC236}">
                <a16:creationId xmlns:a16="http://schemas.microsoft.com/office/drawing/2014/main" id="{8047BF86-BD7A-4E36-9CB9-58F58C5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33875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أُرتّب حقيبتي المدرسية</a:t>
            </a:r>
          </a:p>
        </p:txBody>
      </p:sp>
    </p:spTree>
    <p:extLst>
      <p:ext uri="{BB962C8B-B14F-4D97-AF65-F5344CB8AC3E}">
        <p14:creationId xmlns:p14="http://schemas.microsoft.com/office/powerpoint/2010/main" val="16018984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lement-119">
            <a:extLst xmlns:a="http://schemas.openxmlformats.org/drawingml/2006/main">
              <a:ext uri="{FF2B5EF4-FFF2-40B4-BE49-F238E27FC236}">
                <a16:creationId xmlns:a16="http://schemas.microsoft.com/office/drawing/2014/main" id="{5501F00C-83AC-4217-8E87-C09F1F2B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20">
            <a:extLst xmlns:a="http://schemas.openxmlformats.org/drawingml/2006/main">
              <a:ext uri="{FF2B5EF4-FFF2-40B4-BE49-F238E27FC236}">
                <a16:creationId xmlns:a16="http://schemas.microsoft.com/office/drawing/2014/main" id="{B4528230-FF30-453D-B177-C74B1866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121">
            <a:extLst xmlns:a="http://schemas.openxmlformats.org/drawingml/2006/main">
              <a:ext uri="{FF2B5EF4-FFF2-40B4-BE49-F238E27FC236}">
                <a16:creationId xmlns:a16="http://schemas.microsoft.com/office/drawing/2014/main" id="{3301C3A6-0EA4-4AB2-AF21-68B9FE1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نُنظّم وقتنا</a:t>
            </a:r>
          </a:p>
        </p:txBody>
      </p:sp>
      <p:sp>
        <p:nvSpPr>
          <p:cNvPr id="4" name="element-122">
            <a:extLst xmlns:a="http://schemas.openxmlformats.org/drawingml/2006/main">
              <a:ext uri="{FF2B5EF4-FFF2-40B4-BE49-F238E27FC236}">
                <a16:creationId xmlns:a16="http://schemas.microsoft.com/office/drawing/2014/main" id="{71F00483-77F1-4E64-B6CE-F79593BD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123">
            <a:extLst xmlns:a="http://schemas.openxmlformats.org/drawingml/2006/main">
              <a:ext uri="{FF2B5EF4-FFF2-40B4-BE49-F238E27FC236}">
                <a16:creationId xmlns:a16="http://schemas.microsoft.com/office/drawing/2014/main" id="{A2D96121-F9AD-45D7-8385-9FB658E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٢  •  أرتّب الأولويات</a:t>
            </a:r>
          </a:p>
        </p:txBody>
      </p:sp>
      <p:sp>
        <p:nvSpPr>
          <p:cNvPr id="6" name="element-124">
            <a:extLst xmlns:a="http://schemas.openxmlformats.org/drawingml/2006/main">
              <a:ext uri="{FF2B5EF4-FFF2-40B4-BE49-F238E27FC236}">
                <a16:creationId xmlns:a16="http://schemas.microsoft.com/office/drawing/2014/main" id="{76E98905-15EA-4ACC-A2AC-76B5B06A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أبدأ بالأهمّ ثم الأقلّ أهميّة.</a:t>
            </a:r>
          </a:p>
        </p:txBody>
      </p:sp>
      <p:sp>
        <p:nvSpPr>
          <p:cNvPr id="7" name="element-125">
            <a:extLst xmlns:a="http://schemas.openxmlformats.org/drawingml/2006/main">
              <a:ext uri="{FF2B5EF4-FFF2-40B4-BE49-F238E27FC236}">
                <a16:creationId xmlns:a16="http://schemas.microsoft.com/office/drawing/2014/main" id="{ED8AF8EC-D128-4686-9F4B-4679EAC2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126">
            <a:extLst xmlns:a="http://schemas.openxmlformats.org/drawingml/2006/main">
              <a:ext uri="{FF2B5EF4-FFF2-40B4-BE49-F238E27FC236}">
                <a16:creationId xmlns:a16="http://schemas.microsoft.com/office/drawing/2014/main" id="{AEE7A351-0411-4646-B780-6641BFAF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43150"/>
            <a:ext cx="6010275" cy="88582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127">
            <a:extLst xmlns:a="http://schemas.openxmlformats.org/drawingml/2006/main">
              <a:ext uri="{FF2B5EF4-FFF2-40B4-BE49-F238E27FC236}">
                <a16:creationId xmlns:a16="http://schemas.microsoft.com/office/drawing/2014/main" id="{DC5B0BE5-DAED-4347-A282-B57949D0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57816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١ • الواجب الضروري</a:t>
            </a:r>
          </a:p>
        </p:txBody>
      </p:sp>
      <p:sp>
        <p:nvSpPr>
          <p:cNvPr id="10" name="element-128">
            <a:extLst xmlns:a="http://schemas.openxmlformats.org/drawingml/2006/main">
              <a:ext uri="{FF2B5EF4-FFF2-40B4-BE49-F238E27FC236}">
                <a16:creationId xmlns:a16="http://schemas.microsoft.com/office/drawing/2014/main" id="{4EFC6883-DFF8-46A2-9AC8-4D591856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33775"/>
            <a:ext cx="6010275" cy="88582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9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129">
            <a:extLst xmlns:a="http://schemas.openxmlformats.org/drawingml/2006/main">
              <a:ext uri="{FF2B5EF4-FFF2-40B4-BE49-F238E27FC236}">
                <a16:creationId xmlns:a16="http://schemas.microsoft.com/office/drawing/2014/main" id="{22A378C8-5010-483B-91EB-9174425D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90925"/>
            <a:ext cx="57816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٢ • المراجعة</a:t>
            </a:r>
          </a:p>
        </p:txBody>
      </p:sp>
      <p:sp>
        <p:nvSpPr>
          <p:cNvPr id="12" name="element-130">
            <a:extLst xmlns:a="http://schemas.openxmlformats.org/drawingml/2006/main">
              <a:ext uri="{FF2B5EF4-FFF2-40B4-BE49-F238E27FC236}">
                <a16:creationId xmlns:a16="http://schemas.microsoft.com/office/drawing/2014/main" id="{69C184A6-E1AF-47AE-B7F7-DD2EA58C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24400"/>
            <a:ext cx="6010275" cy="88582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7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lement-131">
            <a:extLst xmlns:a="http://schemas.openxmlformats.org/drawingml/2006/main">
              <a:ext uri="{FF2B5EF4-FFF2-40B4-BE49-F238E27FC236}">
                <a16:creationId xmlns:a16="http://schemas.microsoft.com/office/drawing/2014/main" id="{C9AD3293-448D-4142-B25C-2DC9C549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81550"/>
            <a:ext cx="57816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٣ • اللعب</a:t>
            </a:r>
          </a:p>
        </p:txBody>
      </p:sp>
      <p:sp>
        <p:nvSpPr>
          <p:cNvPr id="14" name="element-132">
            <a:extLst xmlns:a="http://schemas.openxmlformats.org/drawingml/2006/main">
              <a:ext uri="{FF2B5EF4-FFF2-40B4-BE49-F238E27FC236}">
                <a16:creationId xmlns:a16="http://schemas.microsoft.com/office/drawing/2014/main" id="{886FC066-0AEE-4AA0-AD3D-327C402E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57575"/>
            <a:ext cx="2400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من الأكثر أهمية إلى الأقل أهمية</a:t>
            </a:r>
          </a:p>
        </p:txBody>
      </p:sp>
    </p:spTree>
    <p:extLst>
      <p:ext uri="{BB962C8B-B14F-4D97-AF65-F5344CB8AC3E}">
        <p14:creationId xmlns:p14="http://schemas.microsoft.com/office/powerpoint/2010/main" val="1463981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lement-133">
            <a:extLst xmlns:a="http://schemas.openxmlformats.org/drawingml/2006/main">
              <a:ext uri="{FF2B5EF4-FFF2-40B4-BE49-F238E27FC236}">
                <a16:creationId xmlns:a16="http://schemas.microsoft.com/office/drawing/2014/main" id="{33766DC4-F240-4019-9AEF-688DDE19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34">
            <a:extLst xmlns:a="http://schemas.openxmlformats.org/drawingml/2006/main">
              <a:ext uri="{FF2B5EF4-FFF2-40B4-BE49-F238E27FC236}">
                <a16:creationId xmlns:a16="http://schemas.microsoft.com/office/drawing/2014/main" id="{ACADD7E1-576B-4DE5-976F-05842C33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135">
            <a:extLst xmlns:a="http://schemas.openxmlformats.org/drawingml/2006/main">
              <a:ext uri="{FF2B5EF4-FFF2-40B4-BE49-F238E27FC236}">
                <a16:creationId xmlns:a16="http://schemas.microsoft.com/office/drawing/2014/main" id="{5888B9B0-8B1D-4679-BA77-A94FFA2D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نُنظّم وقتنا</a:t>
            </a:r>
          </a:p>
        </p:txBody>
      </p:sp>
      <p:sp>
        <p:nvSpPr>
          <p:cNvPr id="4" name="element-136">
            <a:extLst xmlns:a="http://schemas.openxmlformats.org/drawingml/2006/main">
              <a:ext uri="{FF2B5EF4-FFF2-40B4-BE49-F238E27FC236}">
                <a16:creationId xmlns:a16="http://schemas.microsoft.com/office/drawing/2014/main" id="{3FFE2967-F365-49E9-9622-6A3391A6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137">
            <a:extLst xmlns:a="http://schemas.openxmlformats.org/drawingml/2006/main">
              <a:ext uri="{FF2B5EF4-FFF2-40B4-BE49-F238E27FC236}">
                <a16:creationId xmlns:a16="http://schemas.microsoft.com/office/drawing/2014/main" id="{0C70A446-B493-40DF-AF77-20F3FED7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٣  • أحدّد وقتًا لكل عمل</a:t>
            </a:r>
          </a:p>
        </p:txBody>
      </p:sp>
      <p:sp>
        <p:nvSpPr>
          <p:cNvPr id="6" name="element-138">
            <a:extLst xmlns:a="http://schemas.openxmlformats.org/drawingml/2006/main">
              <a:ext uri="{FF2B5EF4-FFF2-40B4-BE49-F238E27FC236}">
                <a16:creationId xmlns:a16="http://schemas.microsoft.com/office/drawing/2014/main" id="{4A003389-8429-4F7F-94C5-EC423C6C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أوزّع وقتي على المهام بدل أن أتركه يضيع.</a:t>
            </a:r>
          </a:p>
        </p:txBody>
      </p:sp>
      <p:sp>
        <p:nvSpPr>
          <p:cNvPr id="7" name="element-139">
            <a:extLst xmlns:a="http://schemas.openxmlformats.org/drawingml/2006/main">
              <a:ext uri="{FF2B5EF4-FFF2-40B4-BE49-F238E27FC236}">
                <a16:creationId xmlns:a16="http://schemas.microsoft.com/office/drawing/2014/main" id="{49646C66-F0C5-4D8E-BCEF-44E34DD6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140">
            <a:extLst xmlns:a="http://schemas.openxmlformats.org/drawingml/2006/main">
              <a:ext uri="{FF2B5EF4-FFF2-40B4-BE49-F238E27FC236}">
                <a16:creationId xmlns:a16="http://schemas.microsoft.com/office/drawing/2014/main" id="{E2774CBA-3805-48E5-8361-490777FE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38475"/>
            <a:ext cx="3429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73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141">
            <a:extLst xmlns:a="http://schemas.openxmlformats.org/drawingml/2006/main">
              <a:ext uri="{FF2B5EF4-FFF2-40B4-BE49-F238E27FC236}">
                <a16:creationId xmlns:a16="http://schemas.microsoft.com/office/drawing/2014/main" id="{778B3806-0FC4-47CA-8DF8-18538076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3200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مذاكرة</a:t>
            </a:r>
          </a:p>
        </p:txBody>
      </p:sp>
      <p:sp>
        <p:nvSpPr>
          <p:cNvPr id="10" name="element-142">
            <a:extLst xmlns:a="http://schemas.openxmlformats.org/drawingml/2006/main">
              <a:ext uri="{FF2B5EF4-FFF2-40B4-BE49-F238E27FC236}">
                <a16:creationId xmlns:a16="http://schemas.microsoft.com/office/drawing/2014/main" id="{1969E4FE-4104-4900-90D8-A3C3829E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38475"/>
            <a:ext cx="2381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143">
            <a:extLst xmlns:a="http://schemas.openxmlformats.org/drawingml/2006/main">
              <a:ext uri="{FF2B5EF4-FFF2-40B4-BE49-F238E27FC236}">
                <a16:creationId xmlns:a16="http://schemas.microsoft.com/office/drawing/2014/main" id="{C76EF09A-D9D5-4063-8D99-BEF53FDF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90875"/>
            <a:ext cx="21526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هواية</a:t>
            </a:r>
          </a:p>
        </p:txBody>
      </p:sp>
      <p:sp>
        <p:nvSpPr>
          <p:cNvPr id="12" name="element-144">
            <a:extLst xmlns:a="http://schemas.openxmlformats.org/drawingml/2006/main">
              <a:ext uri="{FF2B5EF4-FFF2-40B4-BE49-F238E27FC236}">
                <a16:creationId xmlns:a16="http://schemas.microsoft.com/office/drawing/2014/main" id="{D70A11B1-E7B3-4CAA-8224-37A37325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0384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lement-145">
            <a:extLst xmlns:a="http://schemas.openxmlformats.org/drawingml/2006/main">
              <a:ext uri="{FF2B5EF4-FFF2-40B4-BE49-F238E27FC236}">
                <a16:creationId xmlns:a16="http://schemas.microsoft.com/office/drawing/2014/main" id="{BBB495C6-84F7-4EEC-8DF5-F6686003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90875"/>
            <a:ext cx="17716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250" b="1">
                <a:solidFill>
                  <a:srgbClr val="0C2C34"/>
                </a:solidFill>
                <a:latin typeface="DejaVu Sans"/>
                <a:ea typeface="DejaVu Sans"/>
                <a:cs typeface="DejaVu Sans"/>
              </a:rPr>
              <a:t>راحة</a:t>
            </a:r>
          </a:p>
        </p:txBody>
      </p:sp>
      <p:sp>
        <p:nvSpPr>
          <p:cNvPr id="14" name="element-146">
            <a:extLst xmlns:a="http://schemas.openxmlformats.org/drawingml/2006/main">
              <a:ext uri="{FF2B5EF4-FFF2-40B4-BE49-F238E27FC236}">
                <a16:creationId xmlns:a16="http://schemas.microsoft.com/office/drawing/2014/main" id="{71D76D34-BE49-4147-B142-076E1D9A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95825"/>
            <a:ext cx="922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المدد في الرسم أمثلة للتوضيح؛ يختار كل طالب ما يناسب يومه.</a:t>
            </a:r>
          </a:p>
        </p:txBody>
      </p:sp>
    </p:spTree>
    <p:extLst>
      <p:ext uri="{BB962C8B-B14F-4D97-AF65-F5344CB8AC3E}">
        <p14:creationId xmlns:p14="http://schemas.microsoft.com/office/powerpoint/2010/main" val="714678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lement-147">
            <a:extLst xmlns:a="http://schemas.openxmlformats.org/drawingml/2006/main">
              <a:ext uri="{FF2B5EF4-FFF2-40B4-BE49-F238E27FC236}">
                <a16:creationId xmlns:a16="http://schemas.microsoft.com/office/drawing/2014/main" id="{E5356169-7AE7-4DD2-9DA9-B247639D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48">
            <a:extLst xmlns:a="http://schemas.openxmlformats.org/drawingml/2006/main">
              <a:ext uri="{FF2B5EF4-FFF2-40B4-BE49-F238E27FC236}">
                <a16:creationId xmlns:a16="http://schemas.microsoft.com/office/drawing/2014/main" id="{D6A0EC69-597C-4D96-81DC-5803BCBF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149">
            <a:extLst xmlns:a="http://schemas.openxmlformats.org/drawingml/2006/main">
              <a:ext uri="{FF2B5EF4-FFF2-40B4-BE49-F238E27FC236}">
                <a16:creationId xmlns:a16="http://schemas.microsoft.com/office/drawing/2014/main" id="{DD8C1E55-A153-4905-A73F-4EA0959F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نُنظّم وقتنا</a:t>
            </a:r>
          </a:p>
        </p:txBody>
      </p:sp>
      <p:sp>
        <p:nvSpPr>
          <p:cNvPr id="4" name="element-150">
            <a:extLst xmlns:a="http://schemas.openxmlformats.org/drawingml/2006/main">
              <a:ext uri="{FF2B5EF4-FFF2-40B4-BE49-F238E27FC236}">
                <a16:creationId xmlns:a16="http://schemas.microsoft.com/office/drawing/2014/main" id="{B030BDA1-0468-44A3-BDF0-094DAFB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78098-1E1A-41A6-9C9D-EC364462FA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7778514ba4900"/>
          <a:srcRect xmlns:a="http://schemas.openxmlformats.org/drawingml/2006/main" l="0" t="4885" r="0" b="48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191250"/>
          </a:xfrm>
          <a:prstGeom xmlns:a="http://schemas.openxmlformats.org/drawingml/2006/main" prst="rect">
            <a:avLst/>
          </a:prstGeom>
        </p:spPr>
      </p:pic>
      <p:sp>
        <p:nvSpPr>
          <p:cNvPr id="6" name="element-151">
            <a:extLst xmlns:a="http://schemas.openxmlformats.org/drawingml/2006/main">
              <a:ext uri="{FF2B5EF4-FFF2-40B4-BE49-F238E27FC236}">
                <a16:creationId xmlns:a16="http://schemas.microsoft.com/office/drawing/2014/main" id="{89F4CFBB-C320-4BAE-AEBB-1D331340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133475"/>
            <a:ext cx="4495800" cy="3924300"/>
          </a:xfrm>
          <a:prstGeom xmlns:a="http://schemas.openxmlformats.org/drawingml/2006/main" prst="roundRect">
            <a:avLst>
              <a:gd name="adj" fmla="val 7282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152">
            <a:extLst xmlns:a="http://schemas.openxmlformats.org/drawingml/2006/main">
              <a:ext uri="{FF2B5EF4-FFF2-40B4-BE49-F238E27FC236}">
                <a16:creationId xmlns:a16="http://schemas.microsoft.com/office/drawing/2014/main" id="{E78D437F-8BBF-4C77-A133-821C8F1A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620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23AAA1"/>
                </a:solidFill>
                <a:latin typeface="DejaVu Sans"/>
                <a:ea typeface="DejaVu Sans"/>
                <a:cs typeface="DejaVu Sans"/>
              </a:rPr>
              <a:t>٤  •  التوازن</a:t>
            </a:r>
          </a:p>
        </p:txBody>
      </p:sp>
      <p:sp>
        <p:nvSpPr>
          <p:cNvPr id="8" name="element-153">
            <a:extLst xmlns:a="http://schemas.openxmlformats.org/drawingml/2006/main">
              <a:ext uri="{FF2B5EF4-FFF2-40B4-BE49-F238E27FC236}">
                <a16:creationId xmlns:a16="http://schemas.microsoft.com/office/drawing/2014/main" id="{FF3F5D3E-18A1-4F36-B85D-26729C67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14550"/>
            <a:ext cx="363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الدراسةُ مهمّةٌ</a:t>
            </a:r>
          </a:p>
        </p:txBody>
      </p:sp>
      <p:sp>
        <p:nvSpPr>
          <p:cNvPr id="9" name="element-154">
            <a:extLst xmlns:a="http://schemas.openxmlformats.org/drawingml/2006/main">
              <a:ext uri="{FF2B5EF4-FFF2-40B4-BE49-F238E27FC236}">
                <a16:creationId xmlns:a16="http://schemas.microsoft.com/office/drawing/2014/main" id="{D1EE953C-8F2F-4657-BBBC-229760A8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363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6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والهوايةُ أيضًا</a:t>
            </a:r>
          </a:p>
        </p:txBody>
      </p:sp>
      <p:sp>
        <p:nvSpPr>
          <p:cNvPr id="10" name="element-155">
            <a:extLst xmlns:a="http://schemas.openxmlformats.org/drawingml/2006/main">
              <a:ext uri="{FF2B5EF4-FFF2-40B4-BE49-F238E27FC236}">
                <a16:creationId xmlns:a16="http://schemas.microsoft.com/office/drawing/2014/main" id="{2E6574D2-2AD1-41E2-AD12-1ABEC35D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00500"/>
            <a:ext cx="3695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6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أنظم وقتي ليكون في يومي مكان لكل منهما.</a:t>
            </a:r>
          </a:p>
        </p:txBody>
      </p:sp>
      <p:sp>
        <p:nvSpPr>
          <p:cNvPr id="11" name="element-156">
            <a:extLst xmlns:a="http://schemas.openxmlformats.org/drawingml/2006/main">
              <a:ext uri="{FF2B5EF4-FFF2-40B4-BE49-F238E27FC236}">
                <a16:creationId xmlns:a16="http://schemas.microsoft.com/office/drawing/2014/main" id="{D3E058D1-9CEC-48B3-A3ED-A25F9BF7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lement-157">
            <a:extLst xmlns:a="http://schemas.openxmlformats.org/drawingml/2006/main">
              <a:ext uri="{FF2B5EF4-FFF2-40B4-BE49-F238E27FC236}">
                <a16:creationId xmlns:a16="http://schemas.microsoft.com/office/drawing/2014/main" id="{76DA8213-F46C-484C-9C39-3B2AAC3D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362700"/>
            <a:ext cx="962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57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قارن بين يوم منظّم ويوم يمضي بلا خطة.</a:t>
            </a:r>
          </a:p>
        </p:txBody>
      </p:sp>
    </p:spTree>
    <p:extLst>
      <p:ext uri="{BB962C8B-B14F-4D97-AF65-F5344CB8AC3E}">
        <p14:creationId xmlns:p14="http://schemas.microsoft.com/office/powerpoint/2010/main" val="6820159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lement-158">
            <a:extLst xmlns:a="http://schemas.openxmlformats.org/drawingml/2006/main">
              <a:ext uri="{FF2B5EF4-FFF2-40B4-BE49-F238E27FC236}">
                <a16:creationId xmlns:a16="http://schemas.microsoft.com/office/drawing/2014/main" id="{82EE1B39-C6FE-412C-9B74-AE00870C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59">
            <a:extLst xmlns:a="http://schemas.openxmlformats.org/drawingml/2006/main">
              <a:ext uri="{FF2B5EF4-FFF2-40B4-BE49-F238E27FC236}">
                <a16:creationId xmlns:a16="http://schemas.microsoft.com/office/drawing/2014/main" id="{1BD6D311-CEE9-416E-88EF-64E087FD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160">
            <a:extLst xmlns:a="http://schemas.openxmlformats.org/drawingml/2006/main">
              <a:ext uri="{FF2B5EF4-FFF2-40B4-BE49-F238E27FC236}">
                <a16:creationId xmlns:a16="http://schemas.microsoft.com/office/drawing/2014/main" id="{19ECEED5-D44F-4F7A-BB02-A57B5408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نُنظّم وقتنا</a:t>
            </a:r>
          </a:p>
        </p:txBody>
      </p:sp>
      <p:sp>
        <p:nvSpPr>
          <p:cNvPr id="4" name="element-161">
            <a:extLst xmlns:a="http://schemas.openxmlformats.org/drawingml/2006/main">
              <a:ext uri="{FF2B5EF4-FFF2-40B4-BE49-F238E27FC236}">
                <a16:creationId xmlns:a16="http://schemas.microsoft.com/office/drawing/2014/main" id="{E3C30DE1-64A7-4DDC-A3FD-E5FAAA7C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162">
            <a:extLst xmlns:a="http://schemas.openxmlformats.org/drawingml/2006/main">
              <a:ext uri="{FF2B5EF4-FFF2-40B4-BE49-F238E27FC236}">
                <a16:creationId xmlns:a16="http://schemas.microsoft.com/office/drawing/2014/main" id="{4FC701BC-23CA-455B-AC67-56FFF0C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٥  • أراجع يومي</a:t>
            </a:r>
          </a:p>
        </p:txBody>
      </p:sp>
      <p:sp>
        <p:nvSpPr>
          <p:cNvPr id="6" name="element-163">
            <a:extLst xmlns:a="http://schemas.openxmlformats.org/drawingml/2006/main">
              <a:ext uri="{FF2B5EF4-FFF2-40B4-BE49-F238E27FC236}">
                <a16:creationId xmlns:a16="http://schemas.microsoft.com/office/drawing/2014/main" id="{259C480A-4636-4A3E-ADC0-BF9935FA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في نهاية اليوم أسأل نفسي...</a:t>
            </a:r>
          </a:p>
        </p:txBody>
      </p:sp>
      <p:sp>
        <p:nvSpPr>
          <p:cNvPr id="7" name="element-164">
            <a:extLst xmlns:a="http://schemas.openxmlformats.org/drawingml/2006/main">
              <a:ext uri="{FF2B5EF4-FFF2-40B4-BE49-F238E27FC236}">
                <a16:creationId xmlns:a16="http://schemas.microsoft.com/office/drawing/2014/main" id="{04D601A9-C250-4B7F-8220-6788469B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165">
            <a:extLst xmlns:a="http://schemas.openxmlformats.org/drawingml/2006/main">
              <a:ext uri="{FF2B5EF4-FFF2-40B4-BE49-F238E27FC236}">
                <a16:creationId xmlns:a16="http://schemas.microsoft.com/office/drawing/2014/main" id="{7C58CD34-BD69-4EE2-A3FE-2CF3F7D9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767715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166">
            <a:extLst xmlns:a="http://schemas.openxmlformats.org/drawingml/2006/main">
              <a:ext uri="{FF2B5EF4-FFF2-40B4-BE49-F238E27FC236}">
                <a16:creationId xmlns:a16="http://schemas.microsoft.com/office/drawing/2014/main" id="{871F5BE0-6929-4021-A959-0742CD50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62200"/>
            <a:ext cx="7200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00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هل أنجزتُ مهامي اليوميّة؟</a:t>
            </a:r>
          </a:p>
        </p:txBody>
      </p:sp>
      <p:sp>
        <p:nvSpPr>
          <p:cNvPr id="10" name="element-167">
            <a:extLst xmlns:a="http://schemas.openxmlformats.org/drawingml/2006/main">
              <a:ext uri="{FF2B5EF4-FFF2-40B4-BE49-F238E27FC236}">
                <a16:creationId xmlns:a16="http://schemas.microsoft.com/office/drawing/2014/main" id="{8BEE0F01-46D2-4081-8A01-F671F779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33825"/>
            <a:ext cx="462915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168">
            <a:extLst xmlns:a="http://schemas.openxmlformats.org/drawingml/2006/main">
              <a:ext uri="{FF2B5EF4-FFF2-40B4-BE49-F238E27FC236}">
                <a16:creationId xmlns:a16="http://schemas.microsoft.com/office/drawing/2014/main" id="{4F2D07C5-80D2-4BA9-82EE-25249E78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48125"/>
            <a:ext cx="4152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15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وَلِمَاذَا؟</a:t>
            </a:r>
          </a:p>
        </p:txBody>
      </p:sp>
    </p:spTree>
    <p:extLst>
      <p:ext uri="{BB962C8B-B14F-4D97-AF65-F5344CB8AC3E}">
        <p14:creationId xmlns:p14="http://schemas.microsoft.com/office/powerpoint/2010/main" val="8695268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lement-169">
            <a:extLst xmlns:a="http://schemas.openxmlformats.org/drawingml/2006/main">
              <a:ext uri="{FF2B5EF4-FFF2-40B4-BE49-F238E27FC236}">
                <a16:creationId xmlns:a16="http://schemas.microsoft.com/office/drawing/2014/main" id="{467525F3-CBBC-4BF7-B265-D94085C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70">
            <a:extLst xmlns:a="http://schemas.openxmlformats.org/drawingml/2006/main">
              <a:ext uri="{FF2B5EF4-FFF2-40B4-BE49-F238E27FC236}">
                <a16:creationId xmlns:a16="http://schemas.microsoft.com/office/drawing/2014/main" id="{6E1D6084-DA3F-447C-8040-DC27B82D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171">
            <a:extLst xmlns:a="http://schemas.openxmlformats.org/drawingml/2006/main">
              <a:ext uri="{FF2B5EF4-FFF2-40B4-BE49-F238E27FC236}">
                <a16:creationId xmlns:a16="http://schemas.microsoft.com/office/drawing/2014/main" id="{43DB5548-4C99-4279-AC60-715AB04C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أفهم وأنظّم</a:t>
            </a:r>
          </a:p>
        </p:txBody>
      </p:sp>
      <p:sp>
        <p:nvSpPr>
          <p:cNvPr id="4" name="element-172">
            <a:extLst xmlns:a="http://schemas.openxmlformats.org/drawingml/2006/main">
              <a:ext uri="{FF2B5EF4-FFF2-40B4-BE49-F238E27FC236}">
                <a16:creationId xmlns:a16="http://schemas.microsoft.com/office/drawing/2014/main" id="{77C3D50F-0DB3-4B41-B7F5-2C6B9DC6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173">
            <a:extLst xmlns:a="http://schemas.openxmlformats.org/drawingml/2006/main">
              <a:ext uri="{FF2B5EF4-FFF2-40B4-BE49-F238E27FC236}">
                <a16:creationId xmlns:a16="http://schemas.microsoft.com/office/drawing/2014/main" id="{444A0121-7497-4BC5-A35C-C25E65B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خمس خطوات تصنع يومًا ناجحًا</a:t>
            </a:r>
          </a:p>
        </p:txBody>
      </p:sp>
      <p:sp>
        <p:nvSpPr>
          <p:cNvPr id="6" name="element-174">
            <a:extLst xmlns:a="http://schemas.openxmlformats.org/drawingml/2006/main">
              <a:ext uri="{FF2B5EF4-FFF2-40B4-BE49-F238E27FC236}">
                <a16:creationId xmlns:a16="http://schemas.microsoft.com/office/drawing/2014/main" id="{EF98F1B1-A44D-49A9-A528-34CFB5E2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احفظ الترتيب، ثم طبّقه على يومك.</a:t>
            </a:r>
          </a:p>
        </p:txBody>
      </p:sp>
      <p:sp>
        <p:nvSpPr>
          <p:cNvPr id="7" name="element-175">
            <a:extLst xmlns:a="http://schemas.openxmlformats.org/drawingml/2006/main">
              <a:ext uri="{FF2B5EF4-FFF2-40B4-BE49-F238E27FC236}">
                <a16:creationId xmlns:a16="http://schemas.microsoft.com/office/drawing/2014/main" id="{6727A075-5765-4C3A-AD90-33F6D95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176">
            <a:extLst xmlns:a="http://schemas.openxmlformats.org/drawingml/2006/main">
              <a:ext uri="{FF2B5EF4-FFF2-40B4-BE49-F238E27FC236}">
                <a16:creationId xmlns:a16="http://schemas.microsoft.com/office/drawing/2014/main" id="{56BF756E-E61D-4E4C-BCCC-10A3160C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19375"/>
            <a:ext cx="923925" cy="923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177">
            <a:extLst xmlns:a="http://schemas.openxmlformats.org/drawingml/2006/main">
              <a:ext uri="{FF2B5EF4-FFF2-40B4-BE49-F238E27FC236}">
                <a16:creationId xmlns:a16="http://schemas.microsoft.com/office/drawing/2014/main" id="{73996E0D-8682-4B7C-942F-C096AEB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33675"/>
            <a:ext cx="666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١</a:t>
            </a:r>
          </a:p>
        </p:txBody>
      </p:sp>
      <p:sp>
        <p:nvSpPr>
          <p:cNvPr id="10" name="element-178">
            <a:extLst xmlns:a="http://schemas.openxmlformats.org/drawingml/2006/main">
              <a:ext uri="{FF2B5EF4-FFF2-40B4-BE49-F238E27FC236}">
                <a16:creationId xmlns:a16="http://schemas.microsoft.com/office/drawing/2014/main" id="{B056E4F8-9ADC-4196-B143-1740B08E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9525"/>
            <a:ext cx="20669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حدّد مهامك</a:t>
            </a:r>
          </a:p>
        </p:txBody>
      </p:sp>
      <p:sp>
        <p:nvSpPr>
          <p:cNvPr id="11" name="element-179">
            <a:extLst xmlns:a="http://schemas.openxmlformats.org/drawingml/2006/main">
              <a:ext uri="{FF2B5EF4-FFF2-40B4-BE49-F238E27FC236}">
                <a16:creationId xmlns:a16="http://schemas.microsoft.com/office/drawing/2014/main" id="{E8C9805A-C72D-41ED-A56E-7296BE4C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43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←</a:t>
            </a:r>
          </a:p>
        </p:txBody>
      </p:sp>
      <p:sp>
        <p:nvSpPr>
          <p:cNvPr id="12" name="element-180">
            <a:extLst xmlns:a="http://schemas.openxmlformats.org/drawingml/2006/main">
              <a:ext uri="{FF2B5EF4-FFF2-40B4-BE49-F238E27FC236}">
                <a16:creationId xmlns:a16="http://schemas.microsoft.com/office/drawing/2014/main" id="{57E32123-DD90-4501-B496-2BC469A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9375"/>
            <a:ext cx="923925" cy="923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lement-181">
            <a:extLst xmlns:a="http://schemas.openxmlformats.org/drawingml/2006/main">
              <a:ext uri="{FF2B5EF4-FFF2-40B4-BE49-F238E27FC236}">
                <a16:creationId xmlns:a16="http://schemas.microsoft.com/office/drawing/2014/main" id="{DCC510AE-FB15-4863-B075-9C93BDD6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33675"/>
            <a:ext cx="666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٢</a:t>
            </a:r>
          </a:p>
        </p:txBody>
      </p:sp>
      <p:sp>
        <p:nvSpPr>
          <p:cNvPr id="14" name="element-182">
            <a:extLst xmlns:a="http://schemas.openxmlformats.org/drawingml/2006/main">
              <a:ext uri="{FF2B5EF4-FFF2-40B4-BE49-F238E27FC236}">
                <a16:creationId xmlns:a16="http://schemas.microsoft.com/office/drawing/2014/main" id="{FE2C1A42-266D-431E-AA91-9FCE189A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9525"/>
            <a:ext cx="20669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رتّب أولوياتك</a:t>
            </a:r>
          </a:p>
        </p:txBody>
      </p:sp>
      <p:sp>
        <p:nvSpPr>
          <p:cNvPr id="15" name="element-183">
            <a:extLst xmlns:a="http://schemas.openxmlformats.org/drawingml/2006/main">
              <a:ext uri="{FF2B5EF4-FFF2-40B4-BE49-F238E27FC236}">
                <a16:creationId xmlns:a16="http://schemas.microsoft.com/office/drawing/2014/main" id="{FB71907F-886A-4CB4-926B-D2123872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3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←</a:t>
            </a:r>
          </a:p>
        </p:txBody>
      </p:sp>
      <p:sp>
        <p:nvSpPr>
          <p:cNvPr id="16" name="element-184">
            <a:extLst xmlns:a="http://schemas.openxmlformats.org/drawingml/2006/main">
              <a:ext uri="{FF2B5EF4-FFF2-40B4-BE49-F238E27FC236}">
                <a16:creationId xmlns:a16="http://schemas.microsoft.com/office/drawing/2014/main" id="{4606DC0C-3F0F-492C-831B-EF1851BD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923925" cy="923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lement-185">
            <a:extLst xmlns:a="http://schemas.openxmlformats.org/drawingml/2006/main">
              <a:ext uri="{FF2B5EF4-FFF2-40B4-BE49-F238E27FC236}">
                <a16:creationId xmlns:a16="http://schemas.microsoft.com/office/drawing/2014/main" id="{19E031E0-41CE-4090-93EF-6A7CD4C0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33675"/>
            <a:ext cx="666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٣</a:t>
            </a:r>
          </a:p>
        </p:txBody>
      </p:sp>
      <p:sp>
        <p:nvSpPr>
          <p:cNvPr id="18" name="element-186">
            <a:extLst xmlns:a="http://schemas.openxmlformats.org/drawingml/2006/main">
              <a:ext uri="{FF2B5EF4-FFF2-40B4-BE49-F238E27FC236}">
                <a16:creationId xmlns:a16="http://schemas.microsoft.com/office/drawing/2014/main" id="{BA43F6FD-92BD-4C45-A35D-1EA9594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9525"/>
            <a:ext cx="20669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حدّد وقتًا</a:t>
            </a:r>
          </a:p>
        </p:txBody>
      </p:sp>
      <p:sp>
        <p:nvSpPr>
          <p:cNvPr id="19" name="element-187">
            <a:extLst xmlns:a="http://schemas.openxmlformats.org/drawingml/2006/main">
              <a:ext uri="{FF2B5EF4-FFF2-40B4-BE49-F238E27FC236}">
                <a16:creationId xmlns:a16="http://schemas.microsoft.com/office/drawing/2014/main" id="{A03BC645-98BB-4671-AB35-48FC6A63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43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←</a:t>
            </a:r>
          </a:p>
        </p:txBody>
      </p:sp>
      <p:sp>
        <p:nvSpPr>
          <p:cNvPr id="20" name="element-188">
            <a:extLst xmlns:a="http://schemas.openxmlformats.org/drawingml/2006/main">
              <a:ext uri="{FF2B5EF4-FFF2-40B4-BE49-F238E27FC236}">
                <a16:creationId xmlns:a16="http://schemas.microsoft.com/office/drawing/2014/main" id="{569C0026-A5CF-4321-BA61-E90B6FB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923925" cy="923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7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lement-189">
            <a:extLst xmlns:a="http://schemas.openxmlformats.org/drawingml/2006/main">
              <a:ext uri="{FF2B5EF4-FFF2-40B4-BE49-F238E27FC236}">
                <a16:creationId xmlns:a16="http://schemas.microsoft.com/office/drawing/2014/main" id="{076866DF-41D1-4B8B-8C96-4A3FFBCF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33675"/>
            <a:ext cx="666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٤</a:t>
            </a:r>
          </a:p>
        </p:txBody>
      </p:sp>
      <p:sp>
        <p:nvSpPr>
          <p:cNvPr id="22" name="element-190">
            <a:extLst xmlns:a="http://schemas.openxmlformats.org/drawingml/2006/main">
              <a:ext uri="{FF2B5EF4-FFF2-40B4-BE49-F238E27FC236}">
                <a16:creationId xmlns:a16="http://schemas.microsoft.com/office/drawing/2014/main" id="{262940FE-58DD-4203-8C6C-34FD00D7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19525"/>
            <a:ext cx="20669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وازن</a:t>
            </a:r>
          </a:p>
        </p:txBody>
      </p:sp>
      <p:sp>
        <p:nvSpPr>
          <p:cNvPr id="23" name="element-191">
            <a:extLst xmlns:a="http://schemas.openxmlformats.org/drawingml/2006/main">
              <a:ext uri="{FF2B5EF4-FFF2-40B4-BE49-F238E27FC236}">
                <a16:creationId xmlns:a16="http://schemas.microsoft.com/office/drawing/2014/main" id="{994B540C-2C5E-48BF-83A7-08CB29F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95600"/>
            <a:ext cx="43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5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←</a:t>
            </a:r>
          </a:p>
        </p:txBody>
      </p:sp>
      <p:sp>
        <p:nvSpPr>
          <p:cNvPr id="24" name="element-192">
            <a:extLst xmlns:a="http://schemas.openxmlformats.org/drawingml/2006/main">
              <a:ext uri="{FF2B5EF4-FFF2-40B4-BE49-F238E27FC236}">
                <a16:creationId xmlns:a16="http://schemas.microsoft.com/office/drawing/2014/main" id="{D449A88D-18FD-488C-8F48-77DB2119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23925" cy="923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lement-193">
            <a:extLst xmlns:a="http://schemas.openxmlformats.org/drawingml/2006/main">
              <a:ext uri="{FF2B5EF4-FFF2-40B4-BE49-F238E27FC236}">
                <a16:creationId xmlns:a16="http://schemas.microsoft.com/office/drawing/2014/main" id="{0D7C3764-FD9F-4D23-B83A-BED8F682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33675"/>
            <a:ext cx="666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٥</a:t>
            </a:r>
          </a:p>
        </p:txBody>
      </p:sp>
      <p:sp>
        <p:nvSpPr>
          <p:cNvPr id="26" name="element-194">
            <a:extLst xmlns:a="http://schemas.openxmlformats.org/drawingml/2006/main">
              <a:ext uri="{FF2B5EF4-FFF2-40B4-BE49-F238E27FC236}">
                <a16:creationId xmlns:a16="http://schemas.microsoft.com/office/drawing/2014/main" id="{30616FBB-C774-4A91-84CF-6B48FE02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0669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راجع يومك</a:t>
            </a:r>
          </a:p>
        </p:txBody>
      </p:sp>
    </p:spTree>
    <p:extLst>
      <p:ext uri="{BB962C8B-B14F-4D97-AF65-F5344CB8AC3E}">
        <p14:creationId xmlns:p14="http://schemas.microsoft.com/office/powerpoint/2010/main" val="15538328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195">
            <a:extLst xmlns:a="http://schemas.openxmlformats.org/drawingml/2006/main">
              <a:ext uri="{FF2B5EF4-FFF2-40B4-BE49-F238E27FC236}">
                <a16:creationId xmlns:a16="http://schemas.microsoft.com/office/drawing/2014/main" id="{3B111ADE-877E-41D5-9F15-979F6024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196">
            <a:extLst xmlns:a="http://schemas.openxmlformats.org/drawingml/2006/main">
              <a:ext uri="{FF2B5EF4-FFF2-40B4-BE49-F238E27FC236}">
                <a16:creationId xmlns:a16="http://schemas.microsoft.com/office/drawing/2014/main" id="{FF042B52-43AD-4507-9A8F-275FDE67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197">
            <a:extLst xmlns:a="http://schemas.openxmlformats.org/drawingml/2006/main">
              <a:ext uri="{FF2B5EF4-FFF2-40B4-BE49-F238E27FC236}">
                <a16:creationId xmlns:a16="http://schemas.microsoft.com/office/drawing/2014/main" id="{CC43AB23-FC54-4B34-9AF2-08C85F2B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انتبه!</a:t>
            </a:r>
          </a:p>
        </p:txBody>
      </p:sp>
      <p:sp>
        <p:nvSpPr>
          <p:cNvPr id="4" name="element-198">
            <a:extLst xmlns:a="http://schemas.openxmlformats.org/drawingml/2006/main">
              <a:ext uri="{FF2B5EF4-FFF2-40B4-BE49-F238E27FC236}">
                <a16:creationId xmlns:a16="http://schemas.microsoft.com/office/drawing/2014/main" id="{47D8DFC9-6C65-43A3-A7A2-82839C47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60960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لصوص الوقت</a:t>
            </a:r>
          </a:p>
        </p:txBody>
      </p:sp>
      <p:sp>
        <p:nvSpPr>
          <p:cNvPr id="5" name="element-199">
            <a:extLst xmlns:a="http://schemas.openxmlformats.org/drawingml/2006/main">
              <a:ext uri="{FF2B5EF4-FFF2-40B4-BE49-F238E27FC236}">
                <a16:creationId xmlns:a16="http://schemas.microsoft.com/office/drawing/2014/main" id="{5A4D63DD-0C29-4C33-B571-CAFEB94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14500"/>
            <a:ext cx="661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600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التَّأْجِيل</a:t>
            </a:r>
          </a:p>
        </p:txBody>
      </p:sp>
      <p:sp>
        <p:nvSpPr>
          <p:cNvPr id="6" name="element-200">
            <a:extLst xmlns:a="http://schemas.openxmlformats.org/drawingml/2006/main">
              <a:ext uri="{FF2B5EF4-FFF2-40B4-BE49-F238E27FC236}">
                <a16:creationId xmlns:a16="http://schemas.microsoft.com/office/drawing/2014/main" id="{7E29F7BB-7983-4BD2-A398-3017F64B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14675"/>
            <a:ext cx="8620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4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أن أُؤَخِّرَ عملاً أستطيع إنجازه الآن</a:t>
            </a:r>
          </a:p>
        </p:txBody>
      </p:sp>
      <p:sp>
        <p:nvSpPr>
          <p:cNvPr id="7" name="element-201">
            <a:extLst xmlns:a="http://schemas.openxmlformats.org/drawingml/2006/main">
              <a:ext uri="{FF2B5EF4-FFF2-40B4-BE49-F238E27FC236}">
                <a16:creationId xmlns:a16="http://schemas.microsoft.com/office/drawing/2014/main" id="{0EE17AB9-CA19-404D-BB85-1B0D2C68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672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700" b="1">
                <a:solidFill>
                  <a:srgbClr val="D2ECE7"/>
                </a:solidFill>
                <a:latin typeface="DejaVu Sans"/>
                <a:ea typeface="DejaVu Sans"/>
                <a:cs typeface="DejaVu Sans"/>
              </a:rPr>
              <a:t>«لا تؤجّل عمل اليوم إلى الغد»</a:t>
            </a:r>
          </a:p>
        </p:txBody>
      </p:sp>
    </p:spTree>
    <p:extLst>
      <p:ext uri="{BB962C8B-B14F-4D97-AF65-F5344CB8AC3E}">
        <p14:creationId xmlns:p14="http://schemas.microsoft.com/office/powerpoint/2010/main" val="12910390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lement-202">
            <a:extLst xmlns:a="http://schemas.openxmlformats.org/drawingml/2006/main">
              <a:ext uri="{FF2B5EF4-FFF2-40B4-BE49-F238E27FC236}">
                <a16:creationId xmlns:a16="http://schemas.microsoft.com/office/drawing/2014/main" id="{4FDF5925-3837-4E8F-BFC4-54762740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203">
            <a:extLst xmlns:a="http://schemas.openxmlformats.org/drawingml/2006/main">
              <a:ext uri="{FF2B5EF4-FFF2-40B4-BE49-F238E27FC236}">
                <a16:creationId xmlns:a16="http://schemas.microsoft.com/office/drawing/2014/main" id="{C1035636-A5EC-4B5C-8002-160BBB32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204">
            <a:extLst xmlns:a="http://schemas.openxmlformats.org/drawingml/2006/main">
              <a:ext uri="{FF2B5EF4-FFF2-40B4-BE49-F238E27FC236}">
                <a16:creationId xmlns:a16="http://schemas.microsoft.com/office/drawing/2014/main" id="{36E8AE1A-B24F-4D83-AABB-84F0461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انتبه!</a:t>
            </a:r>
          </a:p>
        </p:txBody>
      </p:sp>
      <p:sp>
        <p:nvSpPr>
          <p:cNvPr id="4" name="element-205">
            <a:extLst xmlns:a="http://schemas.openxmlformats.org/drawingml/2006/main">
              <a:ext uri="{FF2B5EF4-FFF2-40B4-BE49-F238E27FC236}">
                <a16:creationId xmlns:a16="http://schemas.microsoft.com/office/drawing/2014/main" id="{24D21E19-1DFE-4C57-BB33-C28242D1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AA0B2-700A-4576-ABDD-EBD412308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0e4d8416549d8"/>
          <a:srcRect xmlns:a="http://schemas.openxmlformats.org/drawingml/2006/main" l="0" t="10021" r="0" b="100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5486400"/>
          </a:xfrm>
          <a:prstGeom xmlns:a="http://schemas.openxmlformats.org/drawingml/2006/main" prst="rect">
            <a:avLst/>
          </a:prstGeom>
        </p:spPr>
      </p:pic>
      <p:sp>
        <p:nvSpPr>
          <p:cNvPr id="6" name="element-206">
            <a:extLst xmlns:a="http://schemas.openxmlformats.org/drawingml/2006/main">
              <a:ext uri="{FF2B5EF4-FFF2-40B4-BE49-F238E27FC236}">
                <a16:creationId xmlns:a16="http://schemas.microsoft.com/office/drawing/2014/main" id="{935658DE-33EE-4C98-AFDC-6D0A26FD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207">
            <a:extLst xmlns:a="http://schemas.openxmlformats.org/drawingml/2006/main">
              <a:ext uri="{FF2B5EF4-FFF2-40B4-BE49-F238E27FC236}">
                <a16:creationId xmlns:a16="http://schemas.microsoft.com/office/drawing/2014/main" id="{3765DC0B-ACB6-44F4-9D6F-612110B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38800"/>
            <a:ext cx="10039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77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التَّشَتُّتُ يُضعِفُ التَّرْكِيزَ والإِنْجَازَ</a:t>
            </a:r>
          </a:p>
        </p:txBody>
      </p:sp>
      <p:sp>
        <p:nvSpPr>
          <p:cNvPr id="8" name="element-208">
            <a:extLst xmlns:a="http://schemas.openxmlformats.org/drawingml/2006/main">
              <a:ext uri="{FF2B5EF4-FFF2-40B4-BE49-F238E27FC236}">
                <a16:creationId xmlns:a16="http://schemas.microsoft.com/office/drawing/2014/main" id="{6A15EE41-EEBA-44AE-A45C-DFAC2DE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10300"/>
            <a:ext cx="9201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أيُّ المشهدين يساعد صاحبه على إنجاز المهام؟</a:t>
            </a:r>
          </a:p>
        </p:txBody>
      </p:sp>
    </p:spTree>
    <p:extLst>
      <p:ext uri="{BB962C8B-B14F-4D97-AF65-F5344CB8AC3E}">
        <p14:creationId xmlns:p14="http://schemas.microsoft.com/office/powerpoint/2010/main" val="9658184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lement-209">
            <a:extLst xmlns:a="http://schemas.openxmlformats.org/drawingml/2006/main">
              <a:ext uri="{FF2B5EF4-FFF2-40B4-BE49-F238E27FC236}">
                <a16:creationId xmlns:a16="http://schemas.microsoft.com/office/drawing/2014/main" id="{58545939-D566-4621-B2E0-DCA86295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210">
            <a:extLst xmlns:a="http://schemas.openxmlformats.org/drawingml/2006/main">
              <a:ext uri="{FF2B5EF4-FFF2-40B4-BE49-F238E27FC236}">
                <a16:creationId xmlns:a16="http://schemas.microsoft.com/office/drawing/2014/main" id="{12FF3A6E-7195-4932-B808-19613F57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211">
            <a:extLst xmlns:a="http://schemas.openxmlformats.org/drawingml/2006/main">
              <a:ext uri="{FF2B5EF4-FFF2-40B4-BE49-F238E27FC236}">
                <a16:creationId xmlns:a16="http://schemas.microsoft.com/office/drawing/2014/main" id="{914BAEFC-09AB-40BC-B278-9E0261D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تفكير أعمق</a:t>
            </a:r>
          </a:p>
        </p:txBody>
      </p:sp>
      <p:sp>
        <p:nvSpPr>
          <p:cNvPr id="4" name="element-212">
            <a:extLst xmlns:a="http://schemas.openxmlformats.org/drawingml/2006/main">
              <a:ext uri="{FF2B5EF4-FFF2-40B4-BE49-F238E27FC236}">
                <a16:creationId xmlns:a16="http://schemas.microsoft.com/office/drawing/2014/main" id="{7D12AAD6-69DD-45FA-847D-59E8882C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213">
            <a:extLst xmlns:a="http://schemas.openxmlformats.org/drawingml/2006/main">
              <a:ext uri="{FF2B5EF4-FFF2-40B4-BE49-F238E27FC236}">
                <a16:creationId xmlns:a16="http://schemas.microsoft.com/office/drawing/2014/main" id="{10CD0FCB-80C3-4AEF-8157-91C1CB43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ماذا يفعل التخطيط بوقتنا؟</a:t>
            </a:r>
          </a:p>
        </p:txBody>
      </p:sp>
      <p:sp>
        <p:nvSpPr>
          <p:cNvPr id="6" name="element-214">
            <a:extLst xmlns:a="http://schemas.openxmlformats.org/drawingml/2006/main">
              <a:ext uri="{FF2B5EF4-FFF2-40B4-BE49-F238E27FC236}">
                <a16:creationId xmlns:a16="http://schemas.microsoft.com/office/drawing/2014/main" id="{AD82A88A-DA63-4F0C-B47B-013E4287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215">
            <a:extLst xmlns:a="http://schemas.openxmlformats.org/drawingml/2006/main">
              <a:ext uri="{FF2B5EF4-FFF2-40B4-BE49-F238E27FC236}">
                <a16:creationId xmlns:a16="http://schemas.microsoft.com/office/drawing/2014/main" id="{1C39FDDD-39E4-4F72-B03F-047B88BA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3362325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216">
            <a:extLst xmlns:a="http://schemas.openxmlformats.org/drawingml/2006/main">
              <a:ext uri="{FF2B5EF4-FFF2-40B4-BE49-F238E27FC236}">
                <a16:creationId xmlns:a16="http://schemas.microsoft.com/office/drawing/2014/main" id="{52FA4914-30AE-4E98-BCF7-3E70AFAB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38400"/>
            <a:ext cx="31337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4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التخطيط الجيّد</a:t>
            </a:r>
          </a:p>
        </p:txBody>
      </p:sp>
      <p:sp>
        <p:nvSpPr>
          <p:cNvPr id="9" name="element-217">
            <a:extLst xmlns:a="http://schemas.openxmlformats.org/drawingml/2006/main">
              <a:ext uri="{FF2B5EF4-FFF2-40B4-BE49-F238E27FC236}">
                <a16:creationId xmlns:a16="http://schemas.microsoft.com/office/drawing/2014/main" id="{E4F61F88-EDD2-4917-9A17-5F4BB5F0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05075"/>
            <a:ext cx="128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97"/>
          </a:bodyPr>
          <a:lstStyle xmlns:a="http://schemas.openxmlformats.org/drawingml/2006/main">
            <a:defPPr rtl="1"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540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←</a:t>
            </a:r>
          </a:p>
        </p:txBody>
      </p:sp>
      <p:sp>
        <p:nvSpPr>
          <p:cNvPr id="10" name="element-218">
            <a:extLst xmlns:a="http://schemas.openxmlformats.org/drawingml/2006/main">
              <a:ext uri="{FF2B5EF4-FFF2-40B4-BE49-F238E27FC236}">
                <a16:creationId xmlns:a16="http://schemas.microsoft.com/office/drawing/2014/main" id="{5A711824-F195-4708-B44A-7E94BF71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381250"/>
            <a:ext cx="3362325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173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219">
            <a:extLst xmlns:a="http://schemas.openxmlformats.org/drawingml/2006/main">
              <a:ext uri="{FF2B5EF4-FFF2-40B4-BE49-F238E27FC236}">
                <a16:creationId xmlns:a16="http://schemas.microsoft.com/office/drawing/2014/main" id="{A4825C41-14C1-4A53-B7C9-2BBF1EBA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38400"/>
            <a:ext cx="31337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زيادة الإنتاجية</a:t>
            </a:r>
          </a:p>
        </p:txBody>
      </p:sp>
      <p:sp>
        <p:nvSpPr>
          <p:cNvPr id="12" name="element-220">
            <a:extLst xmlns:a="http://schemas.openxmlformats.org/drawingml/2006/main">
              <a:ext uri="{FF2B5EF4-FFF2-40B4-BE49-F238E27FC236}">
                <a16:creationId xmlns:a16="http://schemas.microsoft.com/office/drawing/2014/main" id="{D0D1B293-7808-417A-92E9-A3B6C5F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210050"/>
            <a:ext cx="8334375" cy="1038225"/>
          </a:xfrm>
          <a:prstGeom xmlns:a="http://schemas.openxmlformats.org/drawingml/2006/main" prst="roundRect">
            <a:avLst>
              <a:gd name="adj" fmla="val 18349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lement-221">
            <a:extLst xmlns:a="http://schemas.openxmlformats.org/drawingml/2006/main">
              <a:ext uri="{FF2B5EF4-FFF2-40B4-BE49-F238E27FC236}">
                <a16:creationId xmlns:a16="http://schemas.microsoft.com/office/drawing/2014/main" id="{F3DEFC0B-4A0C-4FED-9ECE-8258F870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24350"/>
            <a:ext cx="7858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32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أصبح أكثر قدرة على التحكّم في وقتي.</a:t>
            </a:r>
          </a:p>
        </p:txBody>
      </p:sp>
    </p:spTree>
    <p:extLst>
      <p:ext uri="{BB962C8B-B14F-4D97-AF65-F5344CB8AC3E}">
        <p14:creationId xmlns:p14="http://schemas.microsoft.com/office/powerpoint/2010/main" val="7773441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lement-222">
            <a:extLst xmlns:a="http://schemas.openxmlformats.org/drawingml/2006/main">
              <a:ext uri="{FF2B5EF4-FFF2-40B4-BE49-F238E27FC236}">
                <a16:creationId xmlns:a16="http://schemas.microsoft.com/office/drawing/2014/main" id="{74CF49E5-C65D-4E64-A9D5-2CD1FAE3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223">
            <a:extLst xmlns:a="http://schemas.openxmlformats.org/drawingml/2006/main">
              <a:ext uri="{FF2B5EF4-FFF2-40B4-BE49-F238E27FC236}">
                <a16:creationId xmlns:a16="http://schemas.microsoft.com/office/drawing/2014/main" id="{A3336B5A-6F08-43E6-9B20-22F36703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224">
            <a:extLst xmlns:a="http://schemas.openxmlformats.org/drawingml/2006/main">
              <a:ext uri="{FF2B5EF4-FFF2-40B4-BE49-F238E27FC236}">
                <a16:creationId xmlns:a16="http://schemas.microsoft.com/office/drawing/2014/main" id="{99678490-8DEB-404A-9DC0-F056C033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أُنَمّي لغتي</a:t>
            </a:r>
          </a:p>
        </p:txBody>
      </p:sp>
      <p:sp>
        <p:nvSpPr>
          <p:cNvPr id="4" name="element-225">
            <a:extLst xmlns:a="http://schemas.openxmlformats.org/drawingml/2006/main">
              <a:ext uri="{FF2B5EF4-FFF2-40B4-BE49-F238E27FC236}">
                <a16:creationId xmlns:a16="http://schemas.microsoft.com/office/drawing/2014/main" id="{7C067179-8AE0-4A42-97E8-6E3691FB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226">
            <a:extLst xmlns:a="http://schemas.openxmlformats.org/drawingml/2006/main">
              <a:ext uri="{FF2B5EF4-FFF2-40B4-BE49-F238E27FC236}">
                <a16:creationId xmlns:a16="http://schemas.microsoft.com/office/drawing/2014/main" id="{DA9CEBC8-3B20-4820-8AF8-6EF580E3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كلمات نعرفها من السياق</a:t>
            </a:r>
          </a:p>
        </p:txBody>
      </p:sp>
      <p:sp>
        <p:nvSpPr>
          <p:cNvPr id="6" name="element-227">
            <a:extLst xmlns:a="http://schemas.openxmlformats.org/drawingml/2006/main">
              <a:ext uri="{FF2B5EF4-FFF2-40B4-BE49-F238E27FC236}">
                <a16:creationId xmlns:a16="http://schemas.microsoft.com/office/drawing/2014/main" id="{BD4CFCA3-D445-439E-94C6-6913778D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مفردات حكاية «الرسالة».</a:t>
            </a:r>
          </a:p>
        </p:txBody>
      </p:sp>
      <p:sp>
        <p:nvSpPr>
          <p:cNvPr id="7" name="element-228">
            <a:extLst xmlns:a="http://schemas.openxmlformats.org/drawingml/2006/main">
              <a:ext uri="{FF2B5EF4-FFF2-40B4-BE49-F238E27FC236}">
                <a16:creationId xmlns:a16="http://schemas.microsoft.com/office/drawing/2014/main" id="{7716D493-CA30-4ECA-9034-CB9B0B33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229">
            <a:extLst xmlns:a="http://schemas.openxmlformats.org/drawingml/2006/main">
              <a:ext uri="{FF2B5EF4-FFF2-40B4-BE49-F238E27FC236}">
                <a16:creationId xmlns:a16="http://schemas.microsoft.com/office/drawing/2014/main" id="{C75C6127-E0E7-42EB-B665-43F0BF14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47875"/>
            <a:ext cx="86296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230">
            <a:extLst xmlns:a="http://schemas.openxmlformats.org/drawingml/2006/main">
              <a:ext uri="{FF2B5EF4-FFF2-40B4-BE49-F238E27FC236}">
                <a16:creationId xmlns:a16="http://schemas.microsoft.com/office/drawing/2014/main" id="{854CC247-D000-4CEF-9F68-E45BD68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05025"/>
            <a:ext cx="27717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وَرَدَ</a:t>
            </a:r>
          </a:p>
        </p:txBody>
      </p:sp>
      <p:sp>
        <p:nvSpPr>
          <p:cNvPr id="10" name="element-231">
            <a:extLst xmlns:a="http://schemas.openxmlformats.org/drawingml/2006/main">
              <a:ext uri="{FF2B5EF4-FFF2-40B4-BE49-F238E27FC236}">
                <a16:creationId xmlns:a16="http://schemas.microsoft.com/office/drawing/2014/main" id="{2E9DD62F-9EC6-4E31-941E-CAB6E55C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05025"/>
            <a:ext cx="4343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وصلَ / جاءَ</a:t>
            </a:r>
          </a:p>
        </p:txBody>
      </p:sp>
      <p:sp>
        <p:nvSpPr>
          <p:cNvPr id="11" name="element-232">
            <a:extLst xmlns:a="http://schemas.openxmlformats.org/drawingml/2006/main">
              <a:ext uri="{FF2B5EF4-FFF2-40B4-BE49-F238E27FC236}">
                <a16:creationId xmlns:a16="http://schemas.microsoft.com/office/drawing/2014/main" id="{942EC722-C1C1-476D-B31C-89351AE9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43225"/>
            <a:ext cx="86296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lement-233">
            <a:extLst xmlns:a="http://schemas.openxmlformats.org/drawingml/2006/main">
              <a:ext uri="{FF2B5EF4-FFF2-40B4-BE49-F238E27FC236}">
                <a16:creationId xmlns:a16="http://schemas.microsoft.com/office/drawing/2014/main" id="{953A0368-97C6-4E3E-BEF7-909A5082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00375"/>
            <a:ext cx="27717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إيداع</a:t>
            </a:r>
          </a:p>
        </p:txBody>
      </p:sp>
      <p:sp>
        <p:nvSpPr>
          <p:cNvPr id="13" name="element-234">
            <a:extLst xmlns:a="http://schemas.openxmlformats.org/drawingml/2006/main">
              <a:ext uri="{FF2B5EF4-FFF2-40B4-BE49-F238E27FC236}">
                <a16:creationId xmlns:a16="http://schemas.microsoft.com/office/drawing/2014/main" id="{5D2EC8AC-BEC3-4EE1-843F-3E4E9A7B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000375"/>
            <a:ext cx="4343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وضع مال في الحساب</a:t>
            </a:r>
          </a:p>
        </p:txBody>
      </p:sp>
      <p:sp>
        <p:nvSpPr>
          <p:cNvPr id="14" name="element-235">
            <a:extLst xmlns:a="http://schemas.openxmlformats.org/drawingml/2006/main">
              <a:ext uri="{FF2B5EF4-FFF2-40B4-BE49-F238E27FC236}">
                <a16:creationId xmlns:a16="http://schemas.microsoft.com/office/drawing/2014/main" id="{4B5813EA-379D-4D1F-A0CB-377DB93A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38575"/>
            <a:ext cx="86296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lement-236">
            <a:extLst xmlns:a="http://schemas.openxmlformats.org/drawingml/2006/main">
              <a:ext uri="{FF2B5EF4-FFF2-40B4-BE49-F238E27FC236}">
                <a16:creationId xmlns:a16="http://schemas.microsoft.com/office/drawing/2014/main" id="{FD9D9D1D-DDE2-4C64-B8E7-AE2915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95725"/>
            <a:ext cx="27717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المَصْرِف</a:t>
            </a:r>
          </a:p>
        </p:txBody>
      </p:sp>
      <p:sp>
        <p:nvSpPr>
          <p:cNvPr id="16" name="element-237">
            <a:extLst xmlns:a="http://schemas.openxmlformats.org/drawingml/2006/main">
              <a:ext uri="{FF2B5EF4-FFF2-40B4-BE49-F238E27FC236}">
                <a16:creationId xmlns:a16="http://schemas.microsoft.com/office/drawing/2014/main" id="{81838468-078F-48D5-930D-C170F50E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95725"/>
            <a:ext cx="4343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البنك</a:t>
            </a:r>
          </a:p>
        </p:txBody>
      </p:sp>
      <p:sp>
        <p:nvSpPr>
          <p:cNvPr id="17" name="element-238">
            <a:extLst xmlns:a="http://schemas.openxmlformats.org/drawingml/2006/main">
              <a:ext uri="{FF2B5EF4-FFF2-40B4-BE49-F238E27FC236}">
                <a16:creationId xmlns:a16="http://schemas.microsoft.com/office/drawing/2014/main" id="{631DAADD-3046-49DF-9CAF-00AB847E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33925"/>
            <a:ext cx="86296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lement-239">
            <a:extLst xmlns:a="http://schemas.openxmlformats.org/drawingml/2006/main">
              <a:ext uri="{FF2B5EF4-FFF2-40B4-BE49-F238E27FC236}">
                <a16:creationId xmlns:a16="http://schemas.microsoft.com/office/drawing/2014/main" id="{AE103CA0-A13C-40B6-A8E8-B4EE0EA1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91075"/>
            <a:ext cx="27717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أُفَسِّرُ</a:t>
            </a:r>
          </a:p>
        </p:txBody>
      </p:sp>
      <p:sp>
        <p:nvSpPr>
          <p:cNvPr id="19" name="element-240">
            <a:extLst xmlns:a="http://schemas.openxmlformats.org/drawingml/2006/main">
              <a:ext uri="{FF2B5EF4-FFF2-40B4-BE49-F238E27FC236}">
                <a16:creationId xmlns:a16="http://schemas.microsoft.com/office/drawing/2014/main" id="{4F9514AD-A3C2-44B3-B818-C7D999B4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791075"/>
            <a:ext cx="4343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أوضّح / أشرح</a:t>
            </a:r>
          </a:p>
        </p:txBody>
      </p:sp>
    </p:spTree>
    <p:extLst>
      <p:ext uri="{BB962C8B-B14F-4D97-AF65-F5344CB8AC3E}">
        <p14:creationId xmlns:p14="http://schemas.microsoft.com/office/powerpoint/2010/main" val="2188378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lement-241">
            <a:extLst xmlns:a="http://schemas.openxmlformats.org/drawingml/2006/main">
              <a:ext uri="{FF2B5EF4-FFF2-40B4-BE49-F238E27FC236}">
                <a16:creationId xmlns:a16="http://schemas.microsoft.com/office/drawing/2014/main" id="{A645BC95-9A6B-4D65-A761-2B757607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242">
            <a:extLst xmlns:a="http://schemas.openxmlformats.org/drawingml/2006/main">
              <a:ext uri="{FF2B5EF4-FFF2-40B4-BE49-F238E27FC236}">
                <a16:creationId xmlns:a16="http://schemas.microsoft.com/office/drawing/2014/main" id="{00DEFD6B-3EF6-4892-81B5-DC60DB0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243">
            <a:extLst xmlns:a="http://schemas.openxmlformats.org/drawingml/2006/main">
              <a:ext uri="{FF2B5EF4-FFF2-40B4-BE49-F238E27FC236}">
                <a16:creationId xmlns:a16="http://schemas.microsoft.com/office/drawing/2014/main" id="{ADDCEF62-6FDA-4169-972B-DF6A056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أُنَمّي لغتي</a:t>
            </a:r>
          </a:p>
        </p:txBody>
      </p:sp>
      <p:sp>
        <p:nvSpPr>
          <p:cNvPr id="4" name="element-244">
            <a:extLst xmlns:a="http://schemas.openxmlformats.org/drawingml/2006/main">
              <a:ext uri="{FF2B5EF4-FFF2-40B4-BE49-F238E27FC236}">
                <a16:creationId xmlns:a16="http://schemas.microsoft.com/office/drawing/2014/main" id="{9C4B0289-07F8-4179-B380-3F9258F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245">
            <a:extLst xmlns:a="http://schemas.openxmlformats.org/drawingml/2006/main">
              <a:ext uri="{FF2B5EF4-FFF2-40B4-BE49-F238E27FC236}">
                <a16:creationId xmlns:a16="http://schemas.microsoft.com/office/drawing/2014/main" id="{E9396A9D-EE18-4573-AA65-C8BF8B93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كلمات تساعدنا على الإنجاز</a:t>
            </a:r>
          </a:p>
        </p:txBody>
      </p:sp>
      <p:sp>
        <p:nvSpPr>
          <p:cNvPr id="6" name="element-246">
            <a:extLst xmlns:a="http://schemas.openxmlformats.org/drawingml/2006/main">
              <a:ext uri="{FF2B5EF4-FFF2-40B4-BE49-F238E27FC236}">
                <a16:creationId xmlns:a16="http://schemas.microsoft.com/office/drawing/2014/main" id="{EB8137A2-5425-4527-B16E-ED58AF51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لاحظ المرادف والمضاد.</a:t>
            </a:r>
          </a:p>
        </p:txBody>
      </p:sp>
      <p:sp>
        <p:nvSpPr>
          <p:cNvPr id="7" name="element-247">
            <a:extLst xmlns:a="http://schemas.openxmlformats.org/drawingml/2006/main">
              <a:ext uri="{FF2B5EF4-FFF2-40B4-BE49-F238E27FC236}">
                <a16:creationId xmlns:a16="http://schemas.microsoft.com/office/drawing/2014/main" id="{52734CA9-E4C5-44B5-813E-3165804C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248">
            <a:extLst xmlns:a="http://schemas.openxmlformats.org/drawingml/2006/main">
              <a:ext uri="{FF2B5EF4-FFF2-40B4-BE49-F238E27FC236}">
                <a16:creationId xmlns:a16="http://schemas.microsoft.com/office/drawing/2014/main" id="{720C3B0F-5302-46BE-823C-531F57A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19300"/>
            <a:ext cx="9058275" cy="771525"/>
          </a:xfrm>
          <a:prstGeom xmlns:a="http://schemas.openxmlformats.org/drawingml/2006/main" prst="roundRect">
            <a:avLst>
              <a:gd name="adj" fmla="val 19753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249">
            <a:extLst xmlns:a="http://schemas.openxmlformats.org/drawingml/2006/main">
              <a:ext uri="{FF2B5EF4-FFF2-40B4-BE49-F238E27FC236}">
                <a16:creationId xmlns:a16="http://schemas.microsoft.com/office/drawing/2014/main" id="{DB287D05-56D8-4CA9-A6BF-10A0B497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التَّوَازُن</a:t>
            </a:r>
          </a:p>
        </p:txBody>
      </p:sp>
      <p:sp>
        <p:nvSpPr>
          <p:cNvPr id="10" name="element-250">
            <a:extLst xmlns:a="http://schemas.openxmlformats.org/drawingml/2006/main">
              <a:ext uri="{FF2B5EF4-FFF2-40B4-BE49-F238E27FC236}">
                <a16:creationId xmlns:a16="http://schemas.microsoft.com/office/drawing/2014/main" id="{67F02A8F-3C61-4C33-90E9-3C11BAF5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85975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الاعتدال</a:t>
            </a:r>
          </a:p>
        </p:txBody>
      </p:sp>
      <p:sp>
        <p:nvSpPr>
          <p:cNvPr id="11" name="element-251">
            <a:extLst xmlns:a="http://schemas.openxmlformats.org/drawingml/2006/main">
              <a:ext uri="{FF2B5EF4-FFF2-40B4-BE49-F238E27FC236}">
                <a16:creationId xmlns:a16="http://schemas.microsoft.com/office/drawing/2014/main" id="{2C758F7F-9DD3-48F3-92EE-2DF2DC76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33700"/>
            <a:ext cx="9058275" cy="771525"/>
          </a:xfrm>
          <a:prstGeom xmlns:a="http://schemas.openxmlformats.org/drawingml/2006/main" prst="roundRect">
            <a:avLst>
              <a:gd name="adj" fmla="val 197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lement-252">
            <a:extLst xmlns:a="http://schemas.openxmlformats.org/drawingml/2006/main">
              <a:ext uri="{FF2B5EF4-FFF2-40B4-BE49-F238E27FC236}">
                <a16:creationId xmlns:a16="http://schemas.microsoft.com/office/drawing/2014/main" id="{5C09F70D-8CB2-4E36-A056-85EDBF08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التَّأْجِيل</a:t>
            </a:r>
          </a:p>
        </p:txBody>
      </p:sp>
      <p:sp>
        <p:nvSpPr>
          <p:cNvPr id="13" name="element-253">
            <a:extLst xmlns:a="http://schemas.openxmlformats.org/drawingml/2006/main">
              <a:ext uri="{FF2B5EF4-FFF2-40B4-BE49-F238E27FC236}">
                <a16:creationId xmlns:a16="http://schemas.microsoft.com/office/drawing/2014/main" id="{06B214C5-D47C-44A1-8F65-2D2CAC58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ضدّه: المبادرة</a:t>
            </a:r>
          </a:p>
        </p:txBody>
      </p:sp>
      <p:sp>
        <p:nvSpPr>
          <p:cNvPr id="14" name="element-254">
            <a:extLst xmlns:a="http://schemas.openxmlformats.org/drawingml/2006/main">
              <a:ext uri="{FF2B5EF4-FFF2-40B4-BE49-F238E27FC236}">
                <a16:creationId xmlns:a16="http://schemas.microsoft.com/office/drawing/2014/main" id="{52C9520A-C2DB-4F4C-9C24-14EBF413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48100"/>
            <a:ext cx="9058275" cy="771525"/>
          </a:xfrm>
          <a:prstGeom xmlns:a="http://schemas.openxmlformats.org/drawingml/2006/main" prst="roundRect">
            <a:avLst>
              <a:gd name="adj" fmla="val 19753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lement-255">
            <a:extLst xmlns:a="http://schemas.openxmlformats.org/drawingml/2006/main">
              <a:ext uri="{FF2B5EF4-FFF2-40B4-BE49-F238E27FC236}">
                <a16:creationId xmlns:a16="http://schemas.microsoft.com/office/drawing/2014/main" id="{3DDEB7A3-2015-4DCB-AE85-83ADFA22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التَّشَتُّت</a:t>
            </a:r>
          </a:p>
        </p:txBody>
      </p:sp>
      <p:sp>
        <p:nvSpPr>
          <p:cNvPr id="16" name="element-256">
            <a:extLst xmlns:a="http://schemas.openxmlformats.org/drawingml/2006/main">
              <a:ext uri="{FF2B5EF4-FFF2-40B4-BE49-F238E27FC236}">
                <a16:creationId xmlns:a16="http://schemas.microsoft.com/office/drawing/2014/main" id="{FC126A2A-A2A8-48E5-82BB-7D6B308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14775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ضدّه: التركيز</a:t>
            </a:r>
          </a:p>
        </p:txBody>
      </p:sp>
      <p:sp>
        <p:nvSpPr>
          <p:cNvPr id="17" name="element-257">
            <a:extLst xmlns:a="http://schemas.openxmlformats.org/drawingml/2006/main">
              <a:ext uri="{FF2B5EF4-FFF2-40B4-BE49-F238E27FC236}">
                <a16:creationId xmlns:a16="http://schemas.microsoft.com/office/drawing/2014/main" id="{B9D3D68E-A82F-472A-95CF-A4CEF084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9058275" cy="771525"/>
          </a:xfrm>
          <a:prstGeom xmlns:a="http://schemas.openxmlformats.org/drawingml/2006/main" prst="roundRect">
            <a:avLst>
              <a:gd name="adj" fmla="val 197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lement-258">
            <a:extLst xmlns:a="http://schemas.openxmlformats.org/drawingml/2006/main">
              <a:ext uri="{FF2B5EF4-FFF2-40B4-BE49-F238E27FC236}">
                <a16:creationId xmlns:a16="http://schemas.microsoft.com/office/drawing/2014/main" id="{D4DB3261-00FD-4A56-994F-27AE7E68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2917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الإِنْجَاز</a:t>
            </a:r>
          </a:p>
        </p:txBody>
      </p:sp>
      <p:sp>
        <p:nvSpPr>
          <p:cNvPr id="19" name="element-259">
            <a:extLst xmlns:a="http://schemas.openxmlformats.org/drawingml/2006/main">
              <a:ext uri="{FF2B5EF4-FFF2-40B4-BE49-F238E27FC236}">
                <a16:creationId xmlns:a16="http://schemas.microsoft.com/office/drawing/2014/main" id="{E34387B9-96F2-4DB3-97BC-E5BF2B28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29175"/>
            <a:ext cx="4124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إتمام العمل بنجاح</a:t>
            </a:r>
          </a:p>
        </p:txBody>
      </p:sp>
    </p:spTree>
    <p:extLst>
      <p:ext uri="{BB962C8B-B14F-4D97-AF65-F5344CB8AC3E}">
        <p14:creationId xmlns:p14="http://schemas.microsoft.com/office/powerpoint/2010/main" val="16931493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lement-260">
            <a:extLst xmlns:a="http://schemas.openxmlformats.org/drawingml/2006/main">
              <a:ext uri="{FF2B5EF4-FFF2-40B4-BE49-F238E27FC236}">
                <a16:creationId xmlns:a16="http://schemas.microsoft.com/office/drawing/2014/main" id="{6BC0E270-8919-4A6A-842B-118DD136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261">
            <a:extLst xmlns:a="http://schemas.openxmlformats.org/drawingml/2006/main">
              <a:ext uri="{FF2B5EF4-FFF2-40B4-BE49-F238E27FC236}">
                <a16:creationId xmlns:a16="http://schemas.microsoft.com/office/drawing/2014/main" id="{FC2DD015-AD24-40C9-A95A-EEC607EF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262">
            <a:extLst xmlns:a="http://schemas.openxmlformats.org/drawingml/2006/main">
              <a:ext uri="{FF2B5EF4-FFF2-40B4-BE49-F238E27FC236}">
                <a16:creationId xmlns:a16="http://schemas.microsoft.com/office/drawing/2014/main" id="{15C402C9-0775-4B1C-8351-4D295203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اختبر فهمك</a:t>
            </a:r>
          </a:p>
        </p:txBody>
      </p:sp>
      <p:sp>
        <p:nvSpPr>
          <p:cNvPr id="4" name="element-263">
            <a:extLst xmlns:a="http://schemas.openxmlformats.org/drawingml/2006/main">
              <a:ext uri="{FF2B5EF4-FFF2-40B4-BE49-F238E27FC236}">
                <a16:creationId xmlns:a16="http://schemas.microsoft.com/office/drawing/2014/main" id="{E7E4A75B-28AB-41C3-B91C-39BAA5DB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264">
            <a:extLst xmlns:a="http://schemas.openxmlformats.org/drawingml/2006/main">
              <a:ext uri="{FF2B5EF4-FFF2-40B4-BE49-F238E27FC236}">
                <a16:creationId xmlns:a16="http://schemas.microsoft.com/office/drawing/2014/main" id="{EDE5E1E1-9EB8-44AB-A0BD-1EAD35AE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صواب أم خطأ؟</a:t>
            </a:r>
          </a:p>
        </p:txBody>
      </p:sp>
      <p:sp>
        <p:nvSpPr>
          <p:cNvPr id="6" name="element-265">
            <a:extLst xmlns:a="http://schemas.openxmlformats.org/drawingml/2006/main">
              <a:ext uri="{FF2B5EF4-FFF2-40B4-BE49-F238E27FC236}">
                <a16:creationId xmlns:a16="http://schemas.microsoft.com/office/drawing/2014/main" id="{1D9C45E2-E005-4CBD-B933-545A064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فكّر ثم صحّح العبارة الخاطئة.</a:t>
            </a:r>
          </a:p>
        </p:txBody>
      </p:sp>
      <p:sp>
        <p:nvSpPr>
          <p:cNvPr id="7" name="element-266">
            <a:extLst xmlns:a="http://schemas.openxmlformats.org/drawingml/2006/main">
              <a:ext uri="{FF2B5EF4-FFF2-40B4-BE49-F238E27FC236}">
                <a16:creationId xmlns:a16="http://schemas.microsoft.com/office/drawing/2014/main" id="{8CD0CCD0-9F20-4BC7-8DEC-285FFB6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267">
            <a:extLst xmlns:a="http://schemas.openxmlformats.org/drawingml/2006/main">
              <a:ext uri="{FF2B5EF4-FFF2-40B4-BE49-F238E27FC236}">
                <a16:creationId xmlns:a16="http://schemas.microsoft.com/office/drawing/2014/main" id="{39555487-1D72-4993-9C8E-02CEED6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90725"/>
            <a:ext cx="9534525" cy="914400"/>
          </a:xfrm>
          <a:prstGeom xmlns:a="http://schemas.openxmlformats.org/drawingml/2006/main" prst="roundRect">
            <a:avLst>
              <a:gd name="adj" fmla="val 19792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268">
            <a:extLst xmlns:a="http://schemas.openxmlformats.org/drawingml/2006/main">
              <a:ext uri="{FF2B5EF4-FFF2-40B4-BE49-F238E27FC236}">
                <a16:creationId xmlns:a16="http://schemas.microsoft.com/office/drawing/2014/main" id="{6013851E-B3BA-4E73-8BBF-0742DEE2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14550"/>
            <a:ext cx="7219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الوقت الذي يمضي يمكن استرجاعه بسهولة.</a:t>
            </a:r>
          </a:p>
        </p:txBody>
      </p:sp>
      <p:sp>
        <p:nvSpPr>
          <p:cNvPr id="10" name="element-269">
            <a:extLst xmlns:a="http://schemas.openxmlformats.org/drawingml/2006/main">
              <a:ext uri="{FF2B5EF4-FFF2-40B4-BE49-F238E27FC236}">
                <a16:creationId xmlns:a16="http://schemas.microsoft.com/office/drawing/2014/main" id="{0318F47C-BDA2-47D9-A667-4CC7BF20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00275"/>
            <a:ext cx="103822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270">
            <a:extLst xmlns:a="http://schemas.openxmlformats.org/drawingml/2006/main">
              <a:ext uri="{FF2B5EF4-FFF2-40B4-BE49-F238E27FC236}">
                <a16:creationId xmlns:a16="http://schemas.microsoft.com/office/drawing/2014/main" id="{EF5BDB06-E25F-44F7-BC53-D43D705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38375"/>
            <a:ext cx="85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✓  ✗</a:t>
            </a:r>
          </a:p>
        </p:txBody>
      </p:sp>
      <p:sp>
        <p:nvSpPr>
          <p:cNvPr id="12" name="element-271">
            <a:extLst xmlns:a="http://schemas.openxmlformats.org/drawingml/2006/main">
              <a:ext uri="{FF2B5EF4-FFF2-40B4-BE49-F238E27FC236}">
                <a16:creationId xmlns:a16="http://schemas.microsoft.com/office/drawing/2014/main" id="{9A98415A-5386-40DC-9C0D-8757314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24200"/>
            <a:ext cx="9534525" cy="914400"/>
          </a:xfrm>
          <a:prstGeom xmlns:a="http://schemas.openxmlformats.org/drawingml/2006/main" prst="roundRect">
            <a:avLst>
              <a:gd name="adj" fmla="val 19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lement-272">
            <a:extLst xmlns:a="http://schemas.openxmlformats.org/drawingml/2006/main">
              <a:ext uri="{FF2B5EF4-FFF2-40B4-BE49-F238E27FC236}">
                <a16:creationId xmlns:a16="http://schemas.microsoft.com/office/drawing/2014/main" id="{48B288A4-4BF5-46A7-A216-E822740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48025"/>
            <a:ext cx="7219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الأذكياء هم من يفوزون في سباقهم مع الوقت.</a:t>
            </a:r>
          </a:p>
        </p:txBody>
      </p:sp>
      <p:sp>
        <p:nvSpPr>
          <p:cNvPr id="14" name="element-273">
            <a:extLst xmlns:a="http://schemas.openxmlformats.org/drawingml/2006/main">
              <a:ext uri="{FF2B5EF4-FFF2-40B4-BE49-F238E27FC236}">
                <a16:creationId xmlns:a16="http://schemas.microsoft.com/office/drawing/2014/main" id="{52299150-9631-4508-A990-BF4C003E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103822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lement-274">
            <a:extLst xmlns:a="http://schemas.openxmlformats.org/drawingml/2006/main">
              <a:ext uri="{FF2B5EF4-FFF2-40B4-BE49-F238E27FC236}">
                <a16:creationId xmlns:a16="http://schemas.microsoft.com/office/drawing/2014/main" id="{DC649FD4-49F8-4223-AABD-DD04AC71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371850"/>
            <a:ext cx="85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✓  ✗</a:t>
            </a:r>
          </a:p>
        </p:txBody>
      </p:sp>
      <p:sp>
        <p:nvSpPr>
          <p:cNvPr id="16" name="element-275">
            <a:extLst xmlns:a="http://schemas.openxmlformats.org/drawingml/2006/main">
              <a:ext uri="{FF2B5EF4-FFF2-40B4-BE49-F238E27FC236}">
                <a16:creationId xmlns:a16="http://schemas.microsoft.com/office/drawing/2014/main" id="{FC976BF1-A001-4D2E-825D-0779DD7C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57675"/>
            <a:ext cx="9534525" cy="914400"/>
          </a:xfrm>
          <a:prstGeom xmlns:a="http://schemas.openxmlformats.org/drawingml/2006/main" prst="roundRect">
            <a:avLst>
              <a:gd name="adj" fmla="val 19792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lement-276">
            <a:extLst xmlns:a="http://schemas.openxmlformats.org/drawingml/2006/main">
              <a:ext uri="{FF2B5EF4-FFF2-40B4-BE49-F238E27FC236}">
                <a16:creationId xmlns:a16="http://schemas.microsoft.com/office/drawing/2014/main" id="{3C6FC9B3-7EF6-4632-86EB-0D46BE83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81500"/>
            <a:ext cx="7219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تنظيم الوقت يساعدنا على التحكّم في حياتنا.</a:t>
            </a:r>
          </a:p>
        </p:txBody>
      </p:sp>
      <p:sp>
        <p:nvSpPr>
          <p:cNvPr id="18" name="element-277">
            <a:extLst xmlns:a="http://schemas.openxmlformats.org/drawingml/2006/main">
              <a:ext uri="{FF2B5EF4-FFF2-40B4-BE49-F238E27FC236}">
                <a16:creationId xmlns:a16="http://schemas.microsoft.com/office/drawing/2014/main" id="{2AC54D89-9B00-4EA7-84F5-213B6EB8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67225"/>
            <a:ext cx="1038225" cy="466725"/>
          </a:xfrm>
          <a:prstGeom xmlns:a="http://schemas.openxmlformats.org/drawingml/2006/main" prst="roundRect">
            <a:avLst>
              <a:gd name="adj" fmla="val 30612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lement-278">
            <a:extLst xmlns:a="http://schemas.openxmlformats.org/drawingml/2006/main">
              <a:ext uri="{FF2B5EF4-FFF2-40B4-BE49-F238E27FC236}">
                <a16:creationId xmlns:a16="http://schemas.microsoft.com/office/drawing/2014/main" id="{CAF1E2D0-A25C-4DBC-A634-839000F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505325"/>
            <a:ext cx="857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✓  ✗</a:t>
            </a:r>
          </a:p>
        </p:txBody>
      </p:sp>
    </p:spTree>
    <p:extLst>
      <p:ext uri="{BB962C8B-B14F-4D97-AF65-F5344CB8AC3E}">
        <p14:creationId xmlns:p14="http://schemas.microsoft.com/office/powerpoint/2010/main" val="20711659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279">
            <a:extLst xmlns:a="http://schemas.openxmlformats.org/drawingml/2006/main">
              <a:ext uri="{FF2B5EF4-FFF2-40B4-BE49-F238E27FC236}">
                <a16:creationId xmlns:a16="http://schemas.microsoft.com/office/drawing/2014/main" id="{B40B7734-04A0-41AD-B890-3C65B5D2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280">
            <a:extLst xmlns:a="http://schemas.openxmlformats.org/drawingml/2006/main">
              <a:ext uri="{FF2B5EF4-FFF2-40B4-BE49-F238E27FC236}">
                <a16:creationId xmlns:a16="http://schemas.microsoft.com/office/drawing/2014/main" id="{EAF9EC3C-BF99-482F-9DBC-705BA20F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281">
            <a:extLst xmlns:a="http://schemas.openxmlformats.org/drawingml/2006/main">
              <a:ext uri="{FF2B5EF4-FFF2-40B4-BE49-F238E27FC236}">
                <a16:creationId xmlns:a16="http://schemas.microsoft.com/office/drawing/2014/main" id="{A22BFD24-10A6-4C9F-8039-4F50B00B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طبّق الفكرة</a:t>
            </a:r>
          </a:p>
        </p:txBody>
      </p:sp>
      <p:sp>
        <p:nvSpPr>
          <p:cNvPr id="4" name="element-282">
            <a:extLst xmlns:a="http://schemas.openxmlformats.org/drawingml/2006/main">
              <a:ext uri="{FF2B5EF4-FFF2-40B4-BE49-F238E27FC236}">
                <a16:creationId xmlns:a16="http://schemas.microsoft.com/office/drawing/2014/main" id="{FA803212-F04C-4FAB-AD2B-1AFB4CF4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62865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موقف جديد</a:t>
            </a:r>
          </a:p>
        </p:txBody>
      </p:sp>
      <p:sp>
        <p:nvSpPr>
          <p:cNvPr id="5" name="element-283">
            <a:extLst xmlns:a="http://schemas.openxmlformats.org/drawingml/2006/main">
              <a:ext uri="{FF2B5EF4-FFF2-40B4-BE49-F238E27FC236}">
                <a16:creationId xmlns:a16="http://schemas.microsoft.com/office/drawing/2014/main" id="{D70FCBF9-E0B5-4BB9-B94C-1528813A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609725"/>
            <a:ext cx="9201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لديك واجب مطلوب غدًا،</a:t>
            </a:r>
          </a:p>
          <a:p xmlns:a="http://schemas.openxmlformats.org/drawingml/2006/main">
            <a:pPr rtl="1" algn="ctr">
              <a:lnSpc>
                <a:spcPct val="110000"/>
              </a:lnSpc>
              <a:buNone/>
              <a:def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ومباراة تبدأ بعد ساعة...</a:t>
            </a:r>
          </a:p>
        </p:txBody>
      </p:sp>
      <p:sp>
        <p:nvSpPr>
          <p:cNvPr id="6" name="element-284">
            <a:extLst xmlns:a="http://schemas.openxmlformats.org/drawingml/2006/main">
              <a:ext uri="{FF2B5EF4-FFF2-40B4-BE49-F238E27FC236}">
                <a16:creationId xmlns:a16="http://schemas.microsoft.com/office/drawing/2014/main" id="{7B9CDAA9-C1A9-4CA8-8CC8-AB17C20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43325"/>
            <a:ext cx="8353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8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كيف ترتّب أولوياتك؟ ولماذا؟</a:t>
            </a:r>
          </a:p>
        </p:txBody>
      </p:sp>
      <p:sp>
        <p:nvSpPr>
          <p:cNvPr id="7" name="element-285">
            <a:extLst xmlns:a="http://schemas.openxmlformats.org/drawingml/2006/main">
              <a:ext uri="{FF2B5EF4-FFF2-40B4-BE49-F238E27FC236}">
                <a16:creationId xmlns:a16="http://schemas.microsoft.com/office/drawing/2014/main" id="{279294EA-651D-4EF9-A0FF-69AF143B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14925"/>
            <a:ext cx="842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0">
                <a:solidFill>
                  <a:srgbClr val="D5ECE7"/>
                </a:solidFill>
                <a:latin typeface="DejaVu Sans"/>
                <a:ea typeface="DejaVu Sans"/>
                <a:cs typeface="DejaVu Sans"/>
              </a:rPr>
              <a:t>استعمل كلمتي: «الأهم» و«التوازن».</a:t>
            </a:r>
          </a:p>
        </p:txBody>
      </p:sp>
    </p:spTree>
    <p:extLst>
      <p:ext uri="{BB962C8B-B14F-4D97-AF65-F5344CB8AC3E}">
        <p14:creationId xmlns:p14="http://schemas.microsoft.com/office/powerpoint/2010/main" val="4229301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lement-286">
            <a:extLst xmlns:a="http://schemas.openxmlformats.org/drawingml/2006/main">
              <a:ext uri="{FF2B5EF4-FFF2-40B4-BE49-F238E27FC236}">
                <a16:creationId xmlns:a16="http://schemas.microsoft.com/office/drawing/2014/main" id="{9FB854FE-67CD-4889-99B8-3727C703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287">
            <a:extLst xmlns:a="http://schemas.openxmlformats.org/drawingml/2006/main">
              <a:ext uri="{FF2B5EF4-FFF2-40B4-BE49-F238E27FC236}">
                <a16:creationId xmlns:a16="http://schemas.microsoft.com/office/drawing/2014/main" id="{3FBA9116-DD44-4B7E-9543-D81BC8A5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288">
            <a:extLst xmlns:a="http://schemas.openxmlformats.org/drawingml/2006/main">
              <a:ext uri="{FF2B5EF4-FFF2-40B4-BE49-F238E27FC236}">
                <a16:creationId xmlns:a16="http://schemas.microsoft.com/office/drawing/2014/main" id="{47A174CA-F4B5-4736-A307-CA5085CE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قراءة متحرّرة</a:t>
            </a:r>
          </a:p>
        </p:txBody>
      </p:sp>
      <p:sp>
        <p:nvSpPr>
          <p:cNvPr id="4" name="element-289">
            <a:extLst xmlns:a="http://schemas.openxmlformats.org/drawingml/2006/main">
              <a:ext uri="{FF2B5EF4-FFF2-40B4-BE49-F238E27FC236}">
                <a16:creationId xmlns:a16="http://schemas.microsoft.com/office/drawing/2014/main" id="{2DE5980C-AD7D-4041-8C2D-EE6FB26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290">
            <a:extLst xmlns:a="http://schemas.openxmlformats.org/drawingml/2006/main">
              <a:ext uri="{FF2B5EF4-FFF2-40B4-BE49-F238E27FC236}">
                <a16:creationId xmlns:a16="http://schemas.microsoft.com/office/drawing/2014/main" id="{4D73BFAB-4124-4413-AC15-DC13DEB4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أُسَامَةُ يُحْسِنُ اسْتِثْمَارَ وَقْتِهِ</a:t>
            </a:r>
          </a:p>
        </p:txBody>
      </p:sp>
      <p:sp>
        <p:nvSpPr>
          <p:cNvPr id="6" name="element-291">
            <a:extLst xmlns:a="http://schemas.openxmlformats.org/drawingml/2006/main">
              <a:ext uri="{FF2B5EF4-FFF2-40B4-BE49-F238E27FC236}">
                <a16:creationId xmlns:a16="http://schemas.microsoft.com/office/drawing/2014/main" id="{CB28D6C8-041F-43DF-9214-1679E17F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من القراءة المتحررة في كتاب الوزارة.</a:t>
            </a:r>
          </a:p>
        </p:txBody>
      </p:sp>
      <p:sp>
        <p:nvSpPr>
          <p:cNvPr id="7" name="element-292">
            <a:extLst xmlns:a="http://schemas.openxmlformats.org/drawingml/2006/main">
              <a:ext uri="{FF2B5EF4-FFF2-40B4-BE49-F238E27FC236}">
                <a16:creationId xmlns:a16="http://schemas.microsoft.com/office/drawing/2014/main" id="{2AF0F341-F5BC-4781-AF5D-FCC4651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293">
            <a:extLst xmlns:a="http://schemas.openxmlformats.org/drawingml/2006/main">
              <a:ext uri="{FF2B5EF4-FFF2-40B4-BE49-F238E27FC236}">
                <a16:creationId xmlns:a16="http://schemas.microsoft.com/office/drawing/2014/main" id="{E9B56112-7574-4E98-B141-E55A1F14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19300"/>
            <a:ext cx="7086600" cy="847725"/>
          </a:xfrm>
          <a:prstGeom xmlns:a="http://schemas.openxmlformats.org/drawingml/2006/main" prst="roundRect">
            <a:avLst>
              <a:gd name="adj" fmla="val 22472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294">
            <a:extLst xmlns:a="http://schemas.openxmlformats.org/drawingml/2006/main">
              <a:ext uri="{FF2B5EF4-FFF2-40B4-BE49-F238E27FC236}">
                <a16:creationId xmlns:a16="http://schemas.microsoft.com/office/drawing/2014/main" id="{A8A6A5CB-F3B0-40E5-9A5F-822397DC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661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يُخصّص وقتًا للواجبات ومراجعة الدروس</a:t>
            </a:r>
          </a:p>
        </p:txBody>
      </p:sp>
      <p:sp>
        <p:nvSpPr>
          <p:cNvPr id="10" name="element-295">
            <a:extLst xmlns:a="http://schemas.openxmlformats.org/drawingml/2006/main">
              <a:ext uri="{FF2B5EF4-FFF2-40B4-BE49-F238E27FC236}">
                <a16:creationId xmlns:a16="http://schemas.microsoft.com/office/drawing/2014/main" id="{6E492288-8B5B-4924-9870-75C4F609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95625"/>
            <a:ext cx="7086600" cy="847725"/>
          </a:xfrm>
          <a:prstGeom xmlns:a="http://schemas.openxmlformats.org/drawingml/2006/main" prst="roundRect">
            <a:avLst>
              <a:gd name="adj" fmla="val 22472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296">
            <a:extLst xmlns:a="http://schemas.openxmlformats.org/drawingml/2006/main">
              <a:ext uri="{FF2B5EF4-FFF2-40B4-BE49-F238E27FC236}">
                <a16:creationId xmlns:a16="http://schemas.microsoft.com/office/drawing/2014/main" id="{88FBB9CC-0741-4851-AD58-7B23A28F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661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ويمارس هواياته: الشطرنج وكرة القدم</a:t>
            </a:r>
          </a:p>
        </p:txBody>
      </p:sp>
      <p:sp>
        <p:nvSpPr>
          <p:cNvPr id="12" name="element-297">
            <a:extLst xmlns:a="http://schemas.openxmlformats.org/drawingml/2006/main">
              <a:ext uri="{FF2B5EF4-FFF2-40B4-BE49-F238E27FC236}">
                <a16:creationId xmlns:a16="http://schemas.microsoft.com/office/drawing/2014/main" id="{3C53FFD7-2AB8-413C-A099-1619AFD3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71950"/>
            <a:ext cx="7086600" cy="952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lement-298">
            <a:extLst xmlns:a="http://schemas.openxmlformats.org/drawingml/2006/main">
              <a:ext uri="{FF2B5EF4-FFF2-40B4-BE49-F238E27FC236}">
                <a16:creationId xmlns:a16="http://schemas.microsoft.com/office/drawing/2014/main" id="{D8A4002C-F28C-491E-9324-65CABA48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661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فتفوّق في الدراسة وفاز في مسابقة الشطرنج</a:t>
            </a:r>
          </a:p>
        </p:txBody>
      </p:sp>
      <p:sp>
        <p:nvSpPr>
          <p:cNvPr id="14" name="element-299">
            <a:extLst xmlns:a="http://schemas.openxmlformats.org/drawingml/2006/main">
              <a:ext uri="{FF2B5EF4-FFF2-40B4-BE49-F238E27FC236}">
                <a16:creationId xmlns:a16="http://schemas.microsoft.com/office/drawing/2014/main" id="{9E17CBD6-EAA6-442F-B304-C5FA40A7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62575"/>
            <a:ext cx="961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9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سبب ← نتيجة</a:t>
            </a:r>
          </a:p>
        </p:txBody>
      </p:sp>
    </p:spTree>
    <p:extLst>
      <p:ext uri="{BB962C8B-B14F-4D97-AF65-F5344CB8AC3E}">
        <p14:creationId xmlns:p14="http://schemas.microsoft.com/office/powerpoint/2010/main" val="8240360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73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300">
            <a:extLst xmlns:a="http://schemas.openxmlformats.org/drawingml/2006/main">
              <a:ext uri="{FF2B5EF4-FFF2-40B4-BE49-F238E27FC236}">
                <a16:creationId xmlns:a16="http://schemas.microsoft.com/office/drawing/2014/main" id="{D0A46831-C66D-441C-BE43-2CCC7DA6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301">
            <a:extLst xmlns:a="http://schemas.openxmlformats.org/drawingml/2006/main">
              <a:ext uri="{FF2B5EF4-FFF2-40B4-BE49-F238E27FC236}">
                <a16:creationId xmlns:a16="http://schemas.microsoft.com/office/drawing/2014/main" id="{CF3CAC7B-8E92-4FFD-A4BE-79F21255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302">
            <a:extLst xmlns:a="http://schemas.openxmlformats.org/drawingml/2006/main">
              <a:ext uri="{FF2B5EF4-FFF2-40B4-BE49-F238E27FC236}">
                <a16:creationId xmlns:a16="http://schemas.microsoft.com/office/drawing/2014/main" id="{9D43FCF8-CEF6-4A24-A84C-75812C08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200" b="0">
                <a:solidFill>
                  <a:srgbClr val="BEDDD8"/>
                </a:solidFill>
                <a:latin typeface="DejaVu Sans"/>
                <a:ea typeface="DejaVu Sans"/>
                <a:cs typeface="DejaVu Sans"/>
              </a:rPr>
              <a:t>تفكير عميق</a:t>
            </a:r>
          </a:p>
        </p:txBody>
      </p:sp>
      <p:sp>
        <p:nvSpPr>
          <p:cNvPr id="4" name="element-303">
            <a:extLst xmlns:a="http://schemas.openxmlformats.org/drawingml/2006/main">
              <a:ext uri="{FF2B5EF4-FFF2-40B4-BE49-F238E27FC236}">
                <a16:creationId xmlns:a16="http://schemas.microsoft.com/office/drawing/2014/main" id="{4251FDE4-A785-4D53-A6A7-6BBFC531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8580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35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كتاب الوزارة ٤</a:t>
            </a:r>
          </a:p>
        </p:txBody>
      </p:sp>
      <p:sp>
        <p:nvSpPr>
          <p:cNvPr id="5" name="element-304">
            <a:extLst xmlns:a="http://schemas.openxmlformats.org/drawingml/2006/main">
              <a:ext uri="{FF2B5EF4-FFF2-40B4-BE49-F238E27FC236}">
                <a16:creationId xmlns:a16="http://schemas.microsoft.com/office/drawing/2014/main" id="{F299722F-B25D-424C-9E84-4CEF1539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هل أسامة قدوة لزملائه؟</a:t>
            </a:r>
          </a:p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اذكر دليلًا من الفقرة على رأيك.</a:t>
            </a:r>
          </a:p>
        </p:txBody>
      </p:sp>
      <p:sp>
        <p:nvSpPr>
          <p:cNvPr id="6" name="element-305">
            <a:extLst xmlns:a="http://schemas.openxmlformats.org/drawingml/2006/main">
              <a:ext uri="{FF2B5EF4-FFF2-40B4-BE49-F238E27FC236}">
                <a16:creationId xmlns:a16="http://schemas.microsoft.com/office/drawing/2014/main" id="{F7BCB1BF-0E3B-4089-8EF8-EC6C3408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4067175" cy="72390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4C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306">
            <a:extLst xmlns:a="http://schemas.openxmlformats.org/drawingml/2006/main">
              <a:ext uri="{FF2B5EF4-FFF2-40B4-BE49-F238E27FC236}">
                <a16:creationId xmlns:a16="http://schemas.microsoft.com/office/drawing/2014/main" id="{F6E32510-BA58-45A9-AE53-CFD82E00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72025"/>
            <a:ext cx="374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1">
                <a:solidFill>
                  <a:srgbClr val="0C2C34"/>
                </a:solidFill>
                <a:latin typeface="DejaVu Sans"/>
                <a:ea typeface="DejaVu Sans"/>
                <a:cs typeface="DejaVu Sans"/>
              </a:rPr>
              <a:t>ناقش زميلك ثم شارك الإجابة</a:t>
            </a:r>
          </a:p>
        </p:txBody>
      </p:sp>
    </p:spTree>
    <p:extLst>
      <p:ext uri="{BB962C8B-B14F-4D97-AF65-F5344CB8AC3E}">
        <p14:creationId xmlns:p14="http://schemas.microsoft.com/office/powerpoint/2010/main" val="12457535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lement-307">
            <a:extLst xmlns:a="http://schemas.openxmlformats.org/drawingml/2006/main">
              <a:ext uri="{FF2B5EF4-FFF2-40B4-BE49-F238E27FC236}">
                <a16:creationId xmlns:a16="http://schemas.microsoft.com/office/drawing/2014/main" id="{916E43A8-1BBC-4B6B-8A0B-54DF0B59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308">
            <a:extLst xmlns:a="http://schemas.openxmlformats.org/drawingml/2006/main">
              <a:ext uri="{FF2B5EF4-FFF2-40B4-BE49-F238E27FC236}">
                <a16:creationId xmlns:a16="http://schemas.microsoft.com/office/drawing/2014/main" id="{BA4996B9-3B7F-4150-913F-F9E81B3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309">
            <a:extLst xmlns:a="http://schemas.openxmlformats.org/drawingml/2006/main">
              <a:ext uri="{FF2B5EF4-FFF2-40B4-BE49-F238E27FC236}">
                <a16:creationId xmlns:a16="http://schemas.microsoft.com/office/drawing/2014/main" id="{D5DF0E6F-E51D-409C-93A6-84EA4E43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راجع بصريًا</a:t>
            </a:r>
          </a:p>
        </p:txBody>
      </p:sp>
      <p:sp>
        <p:nvSpPr>
          <p:cNvPr id="4" name="element-310">
            <a:extLst xmlns:a="http://schemas.openxmlformats.org/drawingml/2006/main">
              <a:ext uri="{FF2B5EF4-FFF2-40B4-BE49-F238E27FC236}">
                <a16:creationId xmlns:a16="http://schemas.microsoft.com/office/drawing/2014/main" id="{7F2C3219-02ED-406F-973C-81CED048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311">
            <a:extLst xmlns:a="http://schemas.openxmlformats.org/drawingml/2006/main">
              <a:ext uri="{FF2B5EF4-FFF2-40B4-BE49-F238E27FC236}">
                <a16:creationId xmlns:a16="http://schemas.microsoft.com/office/drawing/2014/main" id="{54628BCF-504C-4C52-B471-9256D40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00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رحلة الكنز في صورة واحدة</a:t>
            </a:r>
          </a:p>
        </p:txBody>
      </p:sp>
      <p:sp>
        <p:nvSpPr>
          <p:cNvPr id="6" name="element-312">
            <a:extLst xmlns:a="http://schemas.openxmlformats.org/drawingml/2006/main">
              <a:ext uri="{FF2B5EF4-FFF2-40B4-BE49-F238E27FC236}">
                <a16:creationId xmlns:a16="http://schemas.microsoft.com/office/drawing/2014/main" id="{144DE3DC-D832-4A17-98EA-BE8F21C9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313">
            <a:extLst xmlns:a="http://schemas.openxmlformats.org/drawingml/2006/main">
              <a:ext uri="{FF2B5EF4-FFF2-40B4-BE49-F238E27FC236}">
                <a16:creationId xmlns:a16="http://schemas.microsoft.com/office/drawing/2014/main" id="{7CF29438-C5CF-471E-A99B-7BAE1234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76425"/>
            <a:ext cx="43053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73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314">
            <a:extLst xmlns:a="http://schemas.openxmlformats.org/drawingml/2006/main">
              <a:ext uri="{FF2B5EF4-FFF2-40B4-BE49-F238E27FC236}">
                <a16:creationId xmlns:a16="http://schemas.microsoft.com/office/drawing/2014/main" id="{8C1AC82A-D5B4-4C49-A5EE-E00A71B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33575"/>
            <a:ext cx="407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الوقت لا يعود</a:t>
            </a:r>
          </a:p>
        </p:txBody>
      </p:sp>
      <p:sp>
        <p:nvSpPr>
          <p:cNvPr id="9" name="element-315">
            <a:extLst xmlns:a="http://schemas.openxmlformats.org/drawingml/2006/main">
              <a:ext uri="{FF2B5EF4-FFF2-40B4-BE49-F238E27FC236}">
                <a16:creationId xmlns:a16="http://schemas.microsoft.com/office/drawing/2014/main" id="{6AA76D17-762E-4422-ACFC-3CF8795F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60032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84"/>
          </a:bodyPr>
          <a:lstStyle xmlns:a="http://schemas.openxmlformats.org/drawingml/2006/main">
            <a:defPPr rtl="1"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500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0" name="element-316">
            <a:extLst xmlns:a="http://schemas.openxmlformats.org/drawingml/2006/main">
              <a:ext uri="{FF2B5EF4-FFF2-40B4-BE49-F238E27FC236}">
                <a16:creationId xmlns:a16="http://schemas.microsoft.com/office/drawing/2014/main" id="{FED66F26-8B8D-438E-9A27-9127E03F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86125"/>
            <a:ext cx="4886325" cy="71437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lement-317">
            <a:extLst xmlns:a="http://schemas.openxmlformats.org/drawingml/2006/main">
              <a:ext uri="{FF2B5EF4-FFF2-40B4-BE49-F238E27FC236}">
                <a16:creationId xmlns:a16="http://schemas.microsoft.com/office/drawing/2014/main" id="{FC1E2A08-2A92-417E-80EB-3B1D0300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43275"/>
            <a:ext cx="46577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أخطّط وأرتّب أولوياتي</a:t>
            </a:r>
          </a:p>
        </p:txBody>
      </p:sp>
      <p:sp>
        <p:nvSpPr>
          <p:cNvPr id="12" name="element-318">
            <a:extLst xmlns:a="http://schemas.openxmlformats.org/drawingml/2006/main">
              <a:ext uri="{FF2B5EF4-FFF2-40B4-BE49-F238E27FC236}">
                <a16:creationId xmlns:a16="http://schemas.microsoft.com/office/drawing/2014/main" id="{AA53D94A-FC13-4DD0-AC00-454A4AB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010025"/>
            <a:ext cx="990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32"/>
          </a:bodyPr>
          <a:lstStyle xmlns:a="http://schemas.openxmlformats.org/drawingml/2006/main">
            <a:defPPr rtl="1"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4275" b="1">
                <a:solidFill>
                  <a:srgbClr val="F4C75B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3" name="element-319">
            <a:extLst xmlns:a="http://schemas.openxmlformats.org/drawingml/2006/main">
              <a:ext uri="{FF2B5EF4-FFF2-40B4-BE49-F238E27FC236}">
                <a16:creationId xmlns:a16="http://schemas.microsoft.com/office/drawing/2014/main" id="{2D23F703-07DB-4C19-B5FE-7A956C05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714875"/>
            <a:ext cx="7477125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77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lement-320">
            <a:extLst xmlns:a="http://schemas.openxmlformats.org/drawingml/2006/main">
              <a:ext uri="{FF2B5EF4-FFF2-40B4-BE49-F238E27FC236}">
                <a16:creationId xmlns:a16="http://schemas.microsoft.com/office/drawing/2014/main" id="{CC5C9AF4-F657-4C05-BC1A-5104BE3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72025"/>
            <a:ext cx="7248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أوازن  •  أبتعد عن التأجيل والتشتّت</a:t>
            </a:r>
          </a:p>
        </p:txBody>
      </p:sp>
      <p:sp>
        <p:nvSpPr>
          <p:cNvPr id="15" name="element-321">
            <a:extLst xmlns:a="http://schemas.openxmlformats.org/drawingml/2006/main">
              <a:ext uri="{FF2B5EF4-FFF2-40B4-BE49-F238E27FC236}">
                <a16:creationId xmlns:a16="http://schemas.microsoft.com/office/drawing/2014/main" id="{3E9CCD53-1A13-4582-91BA-80EF9ADF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67375"/>
            <a:ext cx="8924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النتيجة: وقت أُحسن استثماره وإنجاز أتقدّم به.</a:t>
            </a:r>
          </a:p>
        </p:txBody>
      </p:sp>
    </p:spTree>
    <p:extLst>
      <p:ext uri="{BB962C8B-B14F-4D97-AF65-F5344CB8AC3E}">
        <p14:creationId xmlns:p14="http://schemas.microsoft.com/office/powerpoint/2010/main" val="10214890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lement-322">
            <a:extLst xmlns:a="http://schemas.openxmlformats.org/drawingml/2006/main">
              <a:ext uri="{FF2B5EF4-FFF2-40B4-BE49-F238E27FC236}">
                <a16:creationId xmlns:a16="http://schemas.microsoft.com/office/drawing/2014/main" id="{0664B460-289B-482D-A289-25FB2331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ement-323">
            <a:extLst xmlns:a="http://schemas.openxmlformats.org/drawingml/2006/main">
              <a:ext uri="{FF2B5EF4-FFF2-40B4-BE49-F238E27FC236}">
                <a16:creationId xmlns:a16="http://schemas.microsoft.com/office/drawing/2014/main" id="{80D72CF4-A28A-4961-A3FA-EABEC07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l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اللغة العربية  •  الصف السادس الابتدائي</a:t>
            </a:r>
          </a:p>
        </p:txBody>
      </p:sp>
      <p:sp>
        <p:nvSpPr>
          <p:cNvPr id="3" name="element-324">
            <a:extLst xmlns:a="http://schemas.openxmlformats.org/drawingml/2006/main">
              <a:ext uri="{FF2B5EF4-FFF2-40B4-BE49-F238E27FC236}">
                <a16:creationId xmlns:a16="http://schemas.microsoft.com/office/drawing/2014/main" id="{067504C3-9C7D-4153-A1A2-8045DEE3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5317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050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مراجعة نهائية</a:t>
            </a:r>
          </a:p>
        </p:txBody>
      </p:sp>
      <p:sp>
        <p:nvSpPr>
          <p:cNvPr id="4" name="element-325">
            <a:extLst xmlns:a="http://schemas.openxmlformats.org/drawingml/2006/main">
              <a:ext uri="{FF2B5EF4-FFF2-40B4-BE49-F238E27FC236}">
                <a16:creationId xmlns:a16="http://schemas.microsoft.com/office/drawing/2014/main" id="{56BC6176-0AD6-46FA-A8A3-BA11B7D5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6E3"/>
            </a:solidFill>
            <a:prstDash val="solid"/>
          </a:ln>
        </p:spPr>
      </p:sp>
      <p:sp>
        <p:nvSpPr>
          <p:cNvPr id="5" name="element-326">
            <a:extLst xmlns:a="http://schemas.openxmlformats.org/drawingml/2006/main">
              <a:ext uri="{FF2B5EF4-FFF2-40B4-BE49-F238E27FC236}">
                <a16:creationId xmlns:a16="http://schemas.microsoft.com/office/drawing/2014/main" id="{5B2F216C-3221-4B63-B145-496AD917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3675" b="1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اختبر نفسك</a:t>
            </a:r>
          </a:p>
        </p:txBody>
      </p:sp>
      <p:sp>
        <p:nvSpPr>
          <p:cNvPr id="6" name="element-327">
            <a:extLst xmlns:a="http://schemas.openxmlformats.org/drawingml/2006/main">
              <a:ext uri="{FF2B5EF4-FFF2-40B4-BE49-F238E27FC236}">
                <a16:creationId xmlns:a16="http://schemas.microsoft.com/office/drawing/2014/main" id="{339839BE-DCD6-44C5-A112-F66F29D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0970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7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٤ أسئلة قصيرة • من المفردات إلى الاستنتاج</a:t>
            </a:r>
          </a:p>
        </p:txBody>
      </p:sp>
      <p:sp>
        <p:nvSpPr>
          <p:cNvPr id="7" name="element-328">
            <a:extLst xmlns:a="http://schemas.openxmlformats.org/drawingml/2006/main">
              <a:ext uri="{FF2B5EF4-FFF2-40B4-BE49-F238E27FC236}">
                <a16:creationId xmlns:a16="http://schemas.microsoft.com/office/drawing/2014/main" id="{F04B382D-4CB8-4E82-A95E-B6DC3D0B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676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329">
            <a:extLst xmlns:a="http://schemas.openxmlformats.org/drawingml/2006/main">
              <a:ext uri="{FF2B5EF4-FFF2-40B4-BE49-F238E27FC236}">
                <a16:creationId xmlns:a16="http://schemas.microsoft.com/office/drawing/2014/main" id="{85001A01-894F-464B-9CD1-12CA3DE2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85975"/>
            <a:ext cx="461010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lement-330">
            <a:extLst xmlns:a="http://schemas.openxmlformats.org/drawingml/2006/main">
              <a:ext uri="{FF2B5EF4-FFF2-40B4-BE49-F238E27FC236}">
                <a16:creationId xmlns:a16="http://schemas.microsoft.com/office/drawing/2014/main" id="{AA679E30-BACF-450F-A98D-4A0BD00E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43100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lement-331">
            <a:extLst xmlns:a="http://schemas.openxmlformats.org/drawingml/2006/main">
              <a:ext uri="{FF2B5EF4-FFF2-40B4-BE49-F238E27FC236}">
                <a16:creationId xmlns:a16="http://schemas.microsoft.com/office/drawing/2014/main" id="{8011E6F0-2778-4524-A878-C84F89D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28825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١</a:t>
            </a:r>
          </a:p>
        </p:txBody>
      </p:sp>
      <p:sp>
        <p:nvSpPr>
          <p:cNvPr id="11" name="element-332">
            <a:extLst xmlns:a="http://schemas.openxmlformats.org/drawingml/2006/main">
              <a:ext uri="{FF2B5EF4-FFF2-40B4-BE49-F238E27FC236}">
                <a16:creationId xmlns:a16="http://schemas.microsoft.com/office/drawing/2014/main" id="{CB2FE610-E72E-46D7-A7DC-13CA3C8D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66950"/>
            <a:ext cx="36004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اختر مرادف «التوازن»: الاعتدال أم التشتّت؟</a:t>
            </a:r>
          </a:p>
        </p:txBody>
      </p:sp>
      <p:sp>
        <p:nvSpPr>
          <p:cNvPr id="12" name="element-333">
            <a:extLst xmlns:a="http://schemas.openxmlformats.org/drawingml/2006/main">
              <a:ext uri="{FF2B5EF4-FFF2-40B4-BE49-F238E27FC236}">
                <a16:creationId xmlns:a16="http://schemas.microsoft.com/office/drawing/2014/main" id="{8215E196-DA4B-4429-9E59-71931D35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81425"/>
            <a:ext cx="461010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lement-334">
            <a:extLst xmlns:a="http://schemas.openxmlformats.org/drawingml/2006/main">
              <a:ext uri="{FF2B5EF4-FFF2-40B4-BE49-F238E27FC236}">
                <a16:creationId xmlns:a16="http://schemas.microsoft.com/office/drawing/2014/main" id="{BACA2DEA-FE56-43AD-ACE6-07EB97E9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38550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7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lement-335">
            <a:extLst xmlns:a="http://schemas.openxmlformats.org/drawingml/2006/main">
              <a:ext uri="{FF2B5EF4-FFF2-40B4-BE49-F238E27FC236}">
                <a16:creationId xmlns:a16="http://schemas.microsoft.com/office/drawing/2014/main" id="{953E1B8D-0C4B-4330-A0C9-FB292AB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24275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٢</a:t>
            </a:r>
          </a:p>
        </p:txBody>
      </p:sp>
      <p:sp>
        <p:nvSpPr>
          <p:cNvPr id="15" name="element-336">
            <a:extLst xmlns:a="http://schemas.openxmlformats.org/drawingml/2006/main">
              <a:ext uri="{FF2B5EF4-FFF2-40B4-BE49-F238E27FC236}">
                <a16:creationId xmlns:a16="http://schemas.microsoft.com/office/drawing/2014/main" id="{FA66B48F-82E8-48D6-A7FF-A39DB83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62400"/>
            <a:ext cx="36004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لماذا لا يُشبه الوقت المال في إمكان استرجاعه؟</a:t>
            </a:r>
          </a:p>
        </p:txBody>
      </p:sp>
      <p:sp>
        <p:nvSpPr>
          <p:cNvPr id="16" name="element-337">
            <a:extLst xmlns:a="http://schemas.openxmlformats.org/drawingml/2006/main">
              <a:ext uri="{FF2B5EF4-FFF2-40B4-BE49-F238E27FC236}">
                <a16:creationId xmlns:a16="http://schemas.microsoft.com/office/drawing/2014/main" id="{221570D2-91AA-4CDD-BAEF-8283EB2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85975"/>
            <a:ext cx="461010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lement-338">
            <a:extLst xmlns:a="http://schemas.openxmlformats.org/drawingml/2006/main">
              <a:ext uri="{FF2B5EF4-FFF2-40B4-BE49-F238E27FC236}">
                <a16:creationId xmlns:a16="http://schemas.microsoft.com/office/drawing/2014/main" id="{DA14CE8B-9A37-4E86-8CE7-8FCA68EC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43100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lement-339">
            <a:extLst xmlns:a="http://schemas.openxmlformats.org/drawingml/2006/main">
              <a:ext uri="{FF2B5EF4-FFF2-40B4-BE49-F238E27FC236}">
                <a16:creationId xmlns:a16="http://schemas.microsoft.com/office/drawing/2014/main" id="{6044A2D9-97D7-4D9D-8571-E9AF7549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28825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٣</a:t>
            </a:r>
          </a:p>
        </p:txBody>
      </p:sp>
      <p:sp>
        <p:nvSpPr>
          <p:cNvPr id="19" name="element-340">
            <a:extLst xmlns:a="http://schemas.openxmlformats.org/drawingml/2006/main">
              <a:ext uri="{FF2B5EF4-FFF2-40B4-BE49-F238E27FC236}">
                <a16:creationId xmlns:a16="http://schemas.microsoft.com/office/drawing/2014/main" id="{CE8FE865-9FDE-4078-8794-BA945AF2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36004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اكتب خطوتين تنظم بهما وقت المذاكرة.</a:t>
            </a:r>
          </a:p>
        </p:txBody>
      </p:sp>
      <p:sp>
        <p:nvSpPr>
          <p:cNvPr id="20" name="element-341">
            <a:extLst xmlns:a="http://schemas.openxmlformats.org/drawingml/2006/main">
              <a:ext uri="{FF2B5EF4-FFF2-40B4-BE49-F238E27FC236}">
                <a16:creationId xmlns:a16="http://schemas.microsoft.com/office/drawing/2014/main" id="{7FF9AF30-83D3-4321-A69E-2C0E2C31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1425"/>
            <a:ext cx="461010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lement-342">
            <a:extLst xmlns:a="http://schemas.openxmlformats.org/drawingml/2006/main">
              <a:ext uri="{FF2B5EF4-FFF2-40B4-BE49-F238E27FC236}">
                <a16:creationId xmlns:a16="http://schemas.microsoft.com/office/drawing/2014/main" id="{CE4CFFA6-FE20-42E3-97E3-D43E46DE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7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lement-343">
            <a:extLst xmlns:a="http://schemas.openxmlformats.org/drawingml/2006/main">
              <a:ext uri="{FF2B5EF4-FFF2-40B4-BE49-F238E27FC236}">
                <a16:creationId xmlns:a16="http://schemas.microsoft.com/office/drawing/2014/main" id="{72C6376B-38B7-448F-B477-A07F15A9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724275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٤</a:t>
            </a:r>
          </a:p>
        </p:txBody>
      </p:sp>
      <p:sp>
        <p:nvSpPr>
          <p:cNvPr id="23" name="element-344">
            <a:extLst xmlns:a="http://schemas.openxmlformats.org/drawingml/2006/main">
              <a:ext uri="{FF2B5EF4-FFF2-40B4-BE49-F238E27FC236}">
                <a16:creationId xmlns:a16="http://schemas.microsoft.com/office/drawing/2014/main" id="{D765141E-BFB7-4744-B36B-F0FDFB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36004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defPPr>
            <a:lvl1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1pPr>
            <a:lvl2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2pPr>
            <a:lvl3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3pPr>
            <a:lvl4pPr rtl="1"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r">
              <a:lnSpc>
                <a:spcPct val="110000"/>
              </a:lnSpc>
              <a:buNone/>
              <a:def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800" b="0">
                <a:solidFill>
                  <a:srgbClr val="173A43"/>
                </a:solidFill>
                <a:latin typeface="DejaVu Sans"/>
                <a:ea typeface="DejaVu Sans"/>
                <a:cs typeface="DejaVu Sans"/>
              </a:rPr>
              <a:t>ماذا يحدث إذا أجّلت واجباتك كل يوم؟ علّل.</a:t>
            </a:r>
          </a:p>
        </p:txBody>
      </p:sp>
      <p:sp>
        <p:nvSpPr>
          <p:cNvPr id="24" name="element-345">
            <a:extLst xmlns:a="http://schemas.openxmlformats.org/drawingml/2006/main">
              <a:ext uri="{FF2B5EF4-FFF2-40B4-BE49-F238E27FC236}">
                <a16:creationId xmlns:a16="http://schemas.microsoft.com/office/drawing/2014/main" id="{75CEDFD2-F559-47C8-9202-A18D53B0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0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defPPr>
            <a:lvl1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1pPr>
            <a:lvl2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2pPr>
            <a:lvl3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3pPr>
            <a:lvl4pPr rtl="1"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rtl="1" algn="ctr">
              <a:lnSpc>
                <a:spcPct val="110000"/>
              </a:lnSpc>
              <a:buNone/>
              <a:def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defRPr>
            </a:pPr>
            <a:r>
              <a:rPr lang="ar-EG" sz="1425" b="0">
                <a:solidFill>
                  <a:srgbClr val="537379"/>
                </a:solidFill>
                <a:latin typeface="DejaVu Sans"/>
                <a:ea typeface="DejaVu Sans"/>
                <a:cs typeface="DejaVu Sans"/>
              </a:rPr>
              <a:t>أجب أولًا، ثم راجع إجاباتك مع معلّمك.</a:t>
            </a:r>
          </a:p>
        </p:txBody>
      </p:sp>
    </p:spTree>
    <p:extLst>
      <p:ext uri="{BB962C8B-B14F-4D97-AF65-F5344CB8AC3E}">
        <p14:creationId xmlns:p14="http://schemas.microsoft.com/office/powerpoint/2010/main" val="658355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2026-10-25T22:31:20.7120000Z</dcterms:created>
  <dcterms:modified xsi:type="dcterms:W3CDTF">2026-10-25T22:31:20.7130000Z</dcterms:modified>
</coreProperties>
</file>